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slide" Target="slides/slide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2.xml"/><Relationship Id="rId18" Type="http://schemas.openxmlformats.org/officeDocument/2006/relationships/font" Target="fonts/Open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a77f82e0b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ga77f82e0b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a77f8f241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4" name="Google Shape;84;ga77f8f241d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77f82e0be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a77f82e0be_1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c465e57f3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c465e57f33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a780c30fb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a780c30fbe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a780c30fbe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a780c30fbe_1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a780c30fbe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a780c30fbe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c465e57f3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gc465e57f33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c465e57f3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c465e57f33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a77f82e0be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a77f82e0be_1_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>
            <p:ph idx="2" type="pic"/>
          </p:nvPr>
        </p:nvSpPr>
        <p:spPr>
          <a:xfrm>
            <a:off x="6323863" y="483729"/>
            <a:ext cx="5311808" cy="58905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3"/>
          <p:cNvSpPr/>
          <p:nvPr>
            <p:ph idx="2" type="pic"/>
          </p:nvPr>
        </p:nvSpPr>
        <p:spPr>
          <a:xfrm>
            <a:off x="7500939" y="1625601"/>
            <a:ext cx="3330574" cy="4251324"/>
          </a:xfrm>
          <a:prstGeom prst="roundRect">
            <a:avLst>
              <a:gd fmla="val 452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"/>
          <p:cNvSpPr/>
          <p:nvPr>
            <p:ph idx="2" type="pic"/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"/>
          <p:cNvSpPr/>
          <p:nvPr>
            <p:ph idx="2" type="pic"/>
          </p:nvPr>
        </p:nvSpPr>
        <p:spPr>
          <a:xfrm>
            <a:off x="998538" y="2214561"/>
            <a:ext cx="3043237" cy="3956051"/>
          </a:xfrm>
          <a:prstGeom prst="roundRect">
            <a:avLst>
              <a:gd fmla="val 452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"/>
          <p:cNvSpPr/>
          <p:nvPr>
            <p:ph idx="3" type="pic"/>
          </p:nvPr>
        </p:nvSpPr>
        <p:spPr>
          <a:xfrm>
            <a:off x="5203826" y="2214561"/>
            <a:ext cx="3043237" cy="3956051"/>
          </a:xfrm>
          <a:prstGeom prst="roundRect">
            <a:avLst>
              <a:gd fmla="val 452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/>
          <p:nvPr>
            <p:ph idx="2" type="pic"/>
          </p:nvPr>
        </p:nvSpPr>
        <p:spPr>
          <a:xfrm>
            <a:off x="1219200" y="1433514"/>
            <a:ext cx="9753600" cy="2957512"/>
          </a:xfrm>
          <a:prstGeom prst="roundRect">
            <a:avLst>
              <a:gd fmla="val 630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/>
          <p:nvPr>
            <p:ph idx="2" type="pic"/>
          </p:nvPr>
        </p:nvSpPr>
        <p:spPr>
          <a:xfrm>
            <a:off x="1033462" y="1114424"/>
            <a:ext cx="1970087" cy="216376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7"/>
          <p:cNvSpPr/>
          <p:nvPr>
            <p:ph idx="3" type="pic"/>
          </p:nvPr>
        </p:nvSpPr>
        <p:spPr>
          <a:xfrm>
            <a:off x="3646488" y="1114424"/>
            <a:ext cx="1970087" cy="216376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7"/>
          <p:cNvSpPr/>
          <p:nvPr>
            <p:ph idx="4" type="pic"/>
          </p:nvPr>
        </p:nvSpPr>
        <p:spPr>
          <a:xfrm>
            <a:off x="1033462" y="3679825"/>
            <a:ext cx="1970087" cy="216376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7"/>
          <p:cNvSpPr/>
          <p:nvPr>
            <p:ph idx="5" type="pic"/>
          </p:nvPr>
        </p:nvSpPr>
        <p:spPr>
          <a:xfrm>
            <a:off x="3646488" y="3679825"/>
            <a:ext cx="1970087" cy="2163763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/>
          <p:nvPr>
            <p:ph idx="2" type="pic"/>
          </p:nvPr>
        </p:nvSpPr>
        <p:spPr>
          <a:xfrm>
            <a:off x="7783513" y="1100138"/>
            <a:ext cx="3505200" cy="5045075"/>
          </a:xfrm>
          <a:prstGeom prst="plaque">
            <a:avLst>
              <a:gd fmla="val 2243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/>
          <p:nvPr>
            <p:ph idx="2" type="pic"/>
          </p:nvPr>
        </p:nvSpPr>
        <p:spPr>
          <a:xfrm>
            <a:off x="4648200" y="2973388"/>
            <a:ext cx="2895600" cy="2347912"/>
          </a:xfrm>
          <a:prstGeom prst="round2DiagRect">
            <a:avLst>
              <a:gd fmla="val 50000" name="adj1"/>
              <a:gd fmla="val 13481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/>
          <p:nvPr>
            <p:ph idx="2" type="pic"/>
          </p:nvPr>
        </p:nvSpPr>
        <p:spPr>
          <a:xfrm>
            <a:off x="5548624" y="1508794"/>
            <a:ext cx="5777604" cy="444038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flowChartDelay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3"/>
          <p:cNvSpPr/>
          <p:nvPr>
            <p:ph idx="2" type="pic"/>
          </p:nvPr>
        </p:nvSpPr>
        <p:spPr>
          <a:xfrm>
            <a:off x="1474788" y="1322388"/>
            <a:ext cx="3292475" cy="4481512"/>
          </a:xfrm>
          <a:prstGeom prst="roundRect">
            <a:avLst>
              <a:gd fmla="val 18536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/>
          <p:nvPr>
            <p:ph idx="2" type="pic"/>
          </p:nvPr>
        </p:nvSpPr>
        <p:spPr>
          <a:xfrm>
            <a:off x="7205662" y="0"/>
            <a:ext cx="498633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/>
          <p:nvPr>
            <p:ph idx="2" type="pic"/>
          </p:nvPr>
        </p:nvSpPr>
        <p:spPr>
          <a:xfrm>
            <a:off x="0" y="3879850"/>
            <a:ext cx="12191999" cy="29781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/>
          <p:nvPr>
            <p:ph idx="2" type="pic"/>
          </p:nvPr>
        </p:nvSpPr>
        <p:spPr>
          <a:xfrm>
            <a:off x="989013" y="1046163"/>
            <a:ext cx="2179637" cy="3249612"/>
          </a:xfrm>
          <a:prstGeom prst="roundRect">
            <a:avLst>
              <a:gd fmla="val 1369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16"/>
          <p:cNvSpPr/>
          <p:nvPr>
            <p:ph idx="3" type="pic"/>
          </p:nvPr>
        </p:nvSpPr>
        <p:spPr>
          <a:xfrm>
            <a:off x="3551237" y="1046163"/>
            <a:ext cx="2179637" cy="3249612"/>
          </a:xfrm>
          <a:prstGeom prst="roundRect">
            <a:avLst>
              <a:gd fmla="val 1369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16"/>
          <p:cNvSpPr/>
          <p:nvPr>
            <p:ph idx="4" type="pic"/>
          </p:nvPr>
        </p:nvSpPr>
        <p:spPr>
          <a:xfrm>
            <a:off x="6176962" y="1046163"/>
            <a:ext cx="2179637" cy="3249612"/>
          </a:xfrm>
          <a:prstGeom prst="roundRect">
            <a:avLst>
              <a:gd fmla="val 1369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16"/>
          <p:cNvSpPr/>
          <p:nvPr>
            <p:ph idx="5" type="pic"/>
          </p:nvPr>
        </p:nvSpPr>
        <p:spPr>
          <a:xfrm>
            <a:off x="8802688" y="1046163"/>
            <a:ext cx="2179637" cy="3249612"/>
          </a:xfrm>
          <a:prstGeom prst="roundRect">
            <a:avLst>
              <a:gd fmla="val 13695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/>
          <p:nvPr>
            <p:ph idx="2" type="pic"/>
          </p:nvPr>
        </p:nvSpPr>
        <p:spPr>
          <a:xfrm>
            <a:off x="6786563" y="747712"/>
            <a:ext cx="1603375" cy="1341437"/>
          </a:xfrm>
          <a:prstGeom prst="roundRect">
            <a:avLst>
              <a:gd fmla="val 1460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17"/>
          <p:cNvSpPr/>
          <p:nvPr>
            <p:ph idx="3" type="pic"/>
          </p:nvPr>
        </p:nvSpPr>
        <p:spPr>
          <a:xfrm>
            <a:off x="8389938" y="1735137"/>
            <a:ext cx="3027362" cy="3094037"/>
          </a:xfrm>
          <a:prstGeom prst="roundRect">
            <a:avLst>
              <a:gd fmla="val 1460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17"/>
          <p:cNvSpPr/>
          <p:nvPr>
            <p:ph idx="4" type="pic"/>
          </p:nvPr>
        </p:nvSpPr>
        <p:spPr>
          <a:xfrm>
            <a:off x="6786563" y="4092574"/>
            <a:ext cx="2890837" cy="2017713"/>
          </a:xfrm>
          <a:prstGeom prst="roundRect">
            <a:avLst>
              <a:gd fmla="val 14603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/>
          <p:nvPr>
            <p:ph idx="2" type="pic"/>
          </p:nvPr>
        </p:nvSpPr>
        <p:spPr>
          <a:xfrm>
            <a:off x="5305425" y="4170364"/>
            <a:ext cx="1895475" cy="1808162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18"/>
          <p:cNvSpPr/>
          <p:nvPr>
            <p:ph idx="3" type="pic"/>
          </p:nvPr>
        </p:nvSpPr>
        <p:spPr>
          <a:xfrm>
            <a:off x="6288088" y="-1995489"/>
            <a:ext cx="7237412" cy="6910389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/>
          <p:nvPr>
            <p:ph idx="2" type="pic"/>
          </p:nvPr>
        </p:nvSpPr>
        <p:spPr>
          <a:xfrm>
            <a:off x="915988" y="1141413"/>
            <a:ext cx="3879850" cy="2163762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9"/>
          <p:cNvSpPr/>
          <p:nvPr>
            <p:ph idx="3" type="pic"/>
          </p:nvPr>
        </p:nvSpPr>
        <p:spPr>
          <a:xfrm>
            <a:off x="915988" y="3795713"/>
            <a:ext cx="3879850" cy="2163762"/>
          </a:xfrm>
          <a:prstGeom prst="round2SameRect">
            <a:avLst>
              <a:gd fmla="val 50000" name="adj1"/>
              <a:gd fmla="val 0" name="adj2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/>
          <p:nvPr>
            <p:ph idx="2" type="pic"/>
          </p:nvPr>
        </p:nvSpPr>
        <p:spPr>
          <a:xfrm>
            <a:off x="5159375" y="0"/>
            <a:ext cx="7032625" cy="6858000"/>
          </a:xfrm>
          <a:prstGeom prst="trapezoid">
            <a:avLst>
              <a:gd fmla="val 41154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/>
          <p:nvPr>
            <p:ph idx="2" type="pic"/>
          </p:nvPr>
        </p:nvSpPr>
        <p:spPr>
          <a:xfrm>
            <a:off x="8064500" y="1158874"/>
            <a:ext cx="2271713" cy="4779963"/>
          </a:xfrm>
          <a:prstGeom prst="roundRect">
            <a:avLst>
              <a:gd fmla="val 853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0_Custom Layout">
  <p:cSld name="20_Custom Layou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2"/>
          <p:cNvSpPr/>
          <p:nvPr>
            <p:ph idx="2" type="pic"/>
          </p:nvPr>
        </p:nvSpPr>
        <p:spPr>
          <a:xfrm>
            <a:off x="4965700" y="1089025"/>
            <a:ext cx="2271713" cy="4779963"/>
          </a:xfrm>
          <a:prstGeom prst="roundRect">
            <a:avLst>
              <a:gd fmla="val 853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/>
          <p:nvPr>
            <p:ph idx="2" type="pic"/>
          </p:nvPr>
        </p:nvSpPr>
        <p:spPr>
          <a:xfrm>
            <a:off x="-177800" y="1535112"/>
            <a:ext cx="5451475" cy="299243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2_Custom Layout">
  <p:cSld name="22_Custom Layou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/>
          <p:nvPr>
            <p:ph idx="2" type="pic"/>
          </p:nvPr>
        </p:nvSpPr>
        <p:spPr>
          <a:xfrm>
            <a:off x="7102475" y="1392238"/>
            <a:ext cx="6427788" cy="40290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jpg"/><Relationship Id="rId4" Type="http://schemas.openxmlformats.org/officeDocument/2006/relationships/image" Target="../media/image10.jp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jpg"/><Relationship Id="rId6" Type="http://schemas.openxmlformats.org/officeDocument/2006/relationships/image" Target="../media/image2.jpg"/><Relationship Id="rId7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4.jpg"/><Relationship Id="rId6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1.jpg"/><Relationship Id="rId5" Type="http://schemas.openxmlformats.org/officeDocument/2006/relationships/image" Target="../media/image8.png"/><Relationship Id="rId6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20.jpg"/><Relationship Id="rId6" Type="http://schemas.openxmlformats.org/officeDocument/2006/relationships/image" Target="../media/image6.jpg"/><Relationship Id="rId7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5"/>
          <p:cNvSpPr txBox="1"/>
          <p:nvPr/>
        </p:nvSpPr>
        <p:spPr>
          <a:xfrm>
            <a:off x="625537" y="2139900"/>
            <a:ext cx="57651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58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Welcome to </a:t>
            </a:r>
            <a:endParaRPr sz="58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58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AI vs Robotics</a:t>
            </a:r>
            <a:endParaRPr b="0" i="0" sz="5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5"/>
          <p:cNvSpPr/>
          <p:nvPr/>
        </p:nvSpPr>
        <p:spPr>
          <a:xfrm>
            <a:off x="-905449" y="-430249"/>
            <a:ext cx="8211771" cy="2267927"/>
          </a:xfrm>
          <a:custGeom>
            <a:rect b="b" l="l" r="r" t="t"/>
            <a:pathLst>
              <a:path extrusionOk="0" h="3104296" w="9357600">
                <a:moveTo>
                  <a:pt x="585853" y="2809464"/>
                </a:moveTo>
                <a:cubicBezTo>
                  <a:pt x="612486" y="3262225"/>
                  <a:pt x="590292" y="3100948"/>
                  <a:pt x="798917" y="2933752"/>
                </a:cubicBezTo>
                <a:cubicBezTo>
                  <a:pt x="1007542" y="2766556"/>
                  <a:pt x="1256117" y="1902463"/>
                  <a:pt x="1837604" y="1806288"/>
                </a:cubicBezTo>
                <a:cubicBezTo>
                  <a:pt x="2419091" y="1710113"/>
                  <a:pt x="3549515" y="2500225"/>
                  <a:pt x="4287841" y="2356703"/>
                </a:cubicBezTo>
                <a:cubicBezTo>
                  <a:pt x="5026167" y="2213181"/>
                  <a:pt x="5649084" y="1205566"/>
                  <a:pt x="6267562" y="945154"/>
                </a:cubicBezTo>
                <a:cubicBezTo>
                  <a:pt x="6886040" y="684742"/>
                  <a:pt x="7556303" y="915561"/>
                  <a:pt x="7998707" y="794233"/>
                </a:cubicBezTo>
                <a:cubicBezTo>
                  <a:pt x="8441111" y="672905"/>
                  <a:pt x="10148583" y="313360"/>
                  <a:pt x="8921985" y="217185"/>
                </a:cubicBezTo>
                <a:cubicBezTo>
                  <a:pt x="7695387" y="121010"/>
                  <a:pt x="2031433" y="-219300"/>
                  <a:pt x="639119" y="217185"/>
                </a:cubicBezTo>
                <a:cubicBezTo>
                  <a:pt x="-753195" y="653670"/>
                  <a:pt x="559220" y="2356703"/>
                  <a:pt x="585853" y="2809464"/>
                </a:cubicBezTo>
                <a:close/>
              </a:path>
            </a:pathLst>
          </a:custGeom>
          <a:solidFill>
            <a:srgbClr val="00A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25"/>
          <p:cNvPicPr preferRelativeResize="0"/>
          <p:nvPr/>
        </p:nvPicPr>
        <p:blipFill rotWithShape="1">
          <a:blip r:embed="rId3">
            <a:alphaModFix/>
          </a:blip>
          <a:srcRect b="0" l="0" r="57643" t="0"/>
          <a:stretch/>
        </p:blipFill>
        <p:spPr>
          <a:xfrm>
            <a:off x="7082300" y="0"/>
            <a:ext cx="516412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5"/>
          <p:cNvPicPr preferRelativeResize="0"/>
          <p:nvPr/>
        </p:nvPicPr>
        <p:blipFill rotWithShape="1">
          <a:blip r:embed="rId4">
            <a:alphaModFix/>
          </a:blip>
          <a:srcRect b="34641" l="0" r="0" t="36906"/>
          <a:stretch/>
        </p:blipFill>
        <p:spPr>
          <a:xfrm>
            <a:off x="352313" y="5799678"/>
            <a:ext cx="2392324" cy="68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75" y="3891975"/>
            <a:ext cx="4275672" cy="2876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475" y="913900"/>
            <a:ext cx="4072526" cy="287637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6"/>
          <p:cNvSpPr txBox="1"/>
          <p:nvPr/>
        </p:nvSpPr>
        <p:spPr>
          <a:xfrm>
            <a:off x="4532125" y="1419975"/>
            <a:ext cx="72864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80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How are AI and Robots </a:t>
            </a:r>
            <a:r>
              <a:rPr lang="en-US" sz="80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different</a:t>
            </a:r>
            <a:r>
              <a:rPr lang="en-US" sz="80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?</a:t>
            </a:r>
            <a:endParaRPr b="0" i="0" sz="3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6"/>
          <p:cNvSpPr/>
          <p:nvPr/>
        </p:nvSpPr>
        <p:spPr>
          <a:xfrm>
            <a:off x="-244150" y="-404126"/>
            <a:ext cx="11252514" cy="2390308"/>
          </a:xfrm>
          <a:custGeom>
            <a:rect b="b" l="l" r="r" t="t"/>
            <a:pathLst>
              <a:path extrusionOk="0" h="3104296" w="9357600">
                <a:moveTo>
                  <a:pt x="585853" y="2809464"/>
                </a:moveTo>
                <a:cubicBezTo>
                  <a:pt x="612486" y="3262225"/>
                  <a:pt x="590292" y="3100948"/>
                  <a:pt x="798917" y="2933752"/>
                </a:cubicBezTo>
                <a:cubicBezTo>
                  <a:pt x="1007542" y="2766556"/>
                  <a:pt x="1256117" y="1902463"/>
                  <a:pt x="1837604" y="1806288"/>
                </a:cubicBezTo>
                <a:cubicBezTo>
                  <a:pt x="2419091" y="1710113"/>
                  <a:pt x="3549515" y="2500225"/>
                  <a:pt x="4287841" y="2356703"/>
                </a:cubicBezTo>
                <a:cubicBezTo>
                  <a:pt x="5026167" y="2213181"/>
                  <a:pt x="5649084" y="1205566"/>
                  <a:pt x="6267562" y="945154"/>
                </a:cubicBezTo>
                <a:cubicBezTo>
                  <a:pt x="6886040" y="684742"/>
                  <a:pt x="7556303" y="915561"/>
                  <a:pt x="7998707" y="794233"/>
                </a:cubicBezTo>
                <a:cubicBezTo>
                  <a:pt x="8441111" y="672905"/>
                  <a:pt x="10148583" y="313360"/>
                  <a:pt x="8921985" y="217185"/>
                </a:cubicBezTo>
                <a:cubicBezTo>
                  <a:pt x="7695387" y="121010"/>
                  <a:pt x="2031433" y="-219300"/>
                  <a:pt x="639119" y="217185"/>
                </a:cubicBezTo>
                <a:cubicBezTo>
                  <a:pt x="-753195" y="653670"/>
                  <a:pt x="559220" y="2356703"/>
                  <a:pt x="585853" y="2809464"/>
                </a:cubicBezTo>
                <a:close/>
              </a:path>
            </a:pathLst>
          </a:custGeom>
          <a:solidFill>
            <a:srgbClr val="00A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6"/>
          <p:cNvSpPr/>
          <p:nvPr/>
        </p:nvSpPr>
        <p:spPr>
          <a:xfrm flipH="1">
            <a:off x="918938" y="5061874"/>
            <a:ext cx="11591487" cy="2251140"/>
          </a:xfrm>
          <a:custGeom>
            <a:rect b="b" l="l" r="r" t="t"/>
            <a:pathLst>
              <a:path extrusionOk="0" h="2480595" w="9802526">
                <a:moveTo>
                  <a:pt x="708089" y="421724"/>
                </a:moveTo>
                <a:cubicBezTo>
                  <a:pt x="1086870" y="47382"/>
                  <a:pt x="2343060" y="-88741"/>
                  <a:pt x="3016283" y="57740"/>
                </a:cubicBezTo>
                <a:cubicBezTo>
                  <a:pt x="3689506" y="204221"/>
                  <a:pt x="4197013" y="1133417"/>
                  <a:pt x="4747428" y="1300613"/>
                </a:cubicBezTo>
                <a:cubicBezTo>
                  <a:pt x="5297843" y="1467809"/>
                  <a:pt x="5917801" y="1003211"/>
                  <a:pt x="6318776" y="1060916"/>
                </a:cubicBezTo>
                <a:cubicBezTo>
                  <a:pt x="6719751" y="1118621"/>
                  <a:pt x="6807048" y="1552148"/>
                  <a:pt x="7153277" y="1646843"/>
                </a:cubicBezTo>
                <a:cubicBezTo>
                  <a:pt x="7499506" y="1741538"/>
                  <a:pt x="8027728" y="1516637"/>
                  <a:pt x="8396151" y="1629087"/>
                </a:cubicBezTo>
                <a:cubicBezTo>
                  <a:pt x="8764574" y="1741538"/>
                  <a:pt x="10639242" y="2209096"/>
                  <a:pt x="9363817" y="2321546"/>
                </a:cubicBezTo>
                <a:cubicBezTo>
                  <a:pt x="8088392" y="2433996"/>
                  <a:pt x="2181782" y="2623386"/>
                  <a:pt x="743599" y="2303790"/>
                </a:cubicBezTo>
                <a:cubicBezTo>
                  <a:pt x="-694584" y="1984194"/>
                  <a:pt x="329308" y="796066"/>
                  <a:pt x="708089" y="421724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6"/>
          <p:cNvSpPr txBox="1"/>
          <p:nvPr/>
        </p:nvSpPr>
        <p:spPr>
          <a:xfrm>
            <a:off x="1127476" y="3709475"/>
            <a:ext cx="49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26"/>
          <p:cNvPicPr preferRelativeResize="0"/>
          <p:nvPr/>
        </p:nvPicPr>
        <p:blipFill rotWithShape="1">
          <a:blip r:embed="rId5">
            <a:alphaModFix/>
          </a:blip>
          <a:srcRect b="34641" l="0" r="0" t="36906"/>
          <a:stretch/>
        </p:blipFill>
        <p:spPr>
          <a:xfrm>
            <a:off x="9251499" y="5973850"/>
            <a:ext cx="2567028" cy="730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7"/>
          <p:cNvSpPr/>
          <p:nvPr/>
        </p:nvSpPr>
        <p:spPr>
          <a:xfrm>
            <a:off x="-122475" y="-21775"/>
            <a:ext cx="36225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27"/>
          <p:cNvGrpSpPr/>
          <p:nvPr/>
        </p:nvGrpSpPr>
        <p:grpSpPr>
          <a:xfrm>
            <a:off x="384554" y="5851389"/>
            <a:ext cx="860389" cy="600182"/>
            <a:chOff x="10635584" y="859235"/>
            <a:chExt cx="860389" cy="600182"/>
          </a:xfrm>
        </p:grpSpPr>
        <p:sp>
          <p:nvSpPr>
            <p:cNvPr id="88" name="Google Shape;88;p27"/>
            <p:cNvSpPr/>
            <p:nvPr/>
          </p:nvSpPr>
          <p:spPr>
            <a:xfrm rot="1800705">
              <a:off x="10633104" y="984779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7"/>
            <p:cNvSpPr/>
            <p:nvPr/>
          </p:nvSpPr>
          <p:spPr>
            <a:xfrm rot="1800705">
              <a:off x="11098994" y="1268714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7"/>
            <p:cNvSpPr/>
            <p:nvPr/>
          </p:nvSpPr>
          <p:spPr>
            <a:xfrm rot="1800705">
              <a:off x="11027854" y="952632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27"/>
          <p:cNvSpPr/>
          <p:nvPr/>
        </p:nvSpPr>
        <p:spPr>
          <a:xfrm>
            <a:off x="-172236" y="-155799"/>
            <a:ext cx="776400" cy="776400"/>
          </a:xfrm>
          <a:prstGeom prst="donut">
            <a:avLst>
              <a:gd fmla="val 2191" name="adj"/>
            </a:avLst>
          </a:prstGeom>
          <a:solidFill>
            <a:srgbClr val="F04E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27"/>
          <p:cNvPicPr preferRelativeResize="0"/>
          <p:nvPr/>
        </p:nvPicPr>
        <p:blipFill rotWithShape="1">
          <a:blip r:embed="rId3">
            <a:alphaModFix/>
          </a:blip>
          <a:srcRect b="34641" l="0" r="0" t="36906"/>
          <a:stretch/>
        </p:blipFill>
        <p:spPr>
          <a:xfrm>
            <a:off x="10096500" y="6214275"/>
            <a:ext cx="1722025" cy="4899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7"/>
          <p:cNvSpPr txBox="1"/>
          <p:nvPr/>
        </p:nvSpPr>
        <p:spPr>
          <a:xfrm>
            <a:off x="-132075" y="2486304"/>
            <a:ext cx="3622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Say we ask a Robot to get us a cup of coffee</a:t>
            </a:r>
            <a:endParaRPr sz="44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pic>
        <p:nvPicPr>
          <p:cNvPr id="94" name="Google Shape;9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4825" y="1062007"/>
            <a:ext cx="7005213" cy="4733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8"/>
          <p:cNvSpPr/>
          <p:nvPr/>
        </p:nvSpPr>
        <p:spPr>
          <a:xfrm>
            <a:off x="-122475" y="-21775"/>
            <a:ext cx="37557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" name="Google Shape;100;p28"/>
          <p:cNvGrpSpPr/>
          <p:nvPr/>
        </p:nvGrpSpPr>
        <p:grpSpPr>
          <a:xfrm>
            <a:off x="384554" y="5851389"/>
            <a:ext cx="860389" cy="600182"/>
            <a:chOff x="10635584" y="859235"/>
            <a:chExt cx="860389" cy="600182"/>
          </a:xfrm>
        </p:grpSpPr>
        <p:sp>
          <p:nvSpPr>
            <p:cNvPr id="101" name="Google Shape;101;p28"/>
            <p:cNvSpPr/>
            <p:nvPr/>
          </p:nvSpPr>
          <p:spPr>
            <a:xfrm rot="1800705">
              <a:off x="10633104" y="984779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8"/>
            <p:cNvSpPr/>
            <p:nvPr/>
          </p:nvSpPr>
          <p:spPr>
            <a:xfrm rot="1800705">
              <a:off x="11098994" y="1268714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8"/>
            <p:cNvSpPr/>
            <p:nvPr/>
          </p:nvSpPr>
          <p:spPr>
            <a:xfrm rot="1800705">
              <a:off x="11027854" y="952632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28"/>
          <p:cNvSpPr/>
          <p:nvPr/>
        </p:nvSpPr>
        <p:spPr>
          <a:xfrm>
            <a:off x="-172236" y="-155799"/>
            <a:ext cx="776400" cy="776400"/>
          </a:xfrm>
          <a:prstGeom prst="donut">
            <a:avLst>
              <a:gd fmla="val 2191" name="adj"/>
            </a:avLst>
          </a:prstGeom>
          <a:solidFill>
            <a:srgbClr val="F04E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28"/>
          <p:cNvPicPr preferRelativeResize="0"/>
          <p:nvPr/>
        </p:nvPicPr>
        <p:blipFill rotWithShape="1">
          <a:blip r:embed="rId3">
            <a:alphaModFix/>
          </a:blip>
          <a:srcRect b="34641" l="0" r="0" t="36906"/>
          <a:stretch/>
        </p:blipFill>
        <p:spPr>
          <a:xfrm>
            <a:off x="9709110" y="6104050"/>
            <a:ext cx="2109416" cy="6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8"/>
          <p:cNvSpPr txBox="1"/>
          <p:nvPr/>
        </p:nvSpPr>
        <p:spPr>
          <a:xfrm>
            <a:off x="445775" y="1698875"/>
            <a:ext cx="2937900" cy="30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The robot does several steps</a:t>
            </a:r>
            <a:endParaRPr sz="44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pic>
        <p:nvPicPr>
          <p:cNvPr id="107" name="Google Shape;107;p28"/>
          <p:cNvPicPr preferRelativeResize="0"/>
          <p:nvPr/>
        </p:nvPicPr>
        <p:blipFill rotWithShape="1">
          <a:blip r:embed="rId4">
            <a:alphaModFix/>
          </a:blip>
          <a:srcRect b="0" l="-890" r="890" t="9124"/>
          <a:stretch/>
        </p:blipFill>
        <p:spPr>
          <a:xfrm>
            <a:off x="4469100" y="461050"/>
            <a:ext cx="6525975" cy="5270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9"/>
          <p:cNvSpPr/>
          <p:nvPr/>
        </p:nvSpPr>
        <p:spPr>
          <a:xfrm>
            <a:off x="-122475" y="-21775"/>
            <a:ext cx="37557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" name="Google Shape;113;p29"/>
          <p:cNvGrpSpPr/>
          <p:nvPr/>
        </p:nvGrpSpPr>
        <p:grpSpPr>
          <a:xfrm>
            <a:off x="384554" y="5851389"/>
            <a:ext cx="860389" cy="600182"/>
            <a:chOff x="10635584" y="859235"/>
            <a:chExt cx="860389" cy="600182"/>
          </a:xfrm>
        </p:grpSpPr>
        <p:sp>
          <p:nvSpPr>
            <p:cNvPr id="114" name="Google Shape;114;p29"/>
            <p:cNvSpPr/>
            <p:nvPr/>
          </p:nvSpPr>
          <p:spPr>
            <a:xfrm rot="1800705">
              <a:off x="10633104" y="984779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9"/>
            <p:cNvSpPr/>
            <p:nvPr/>
          </p:nvSpPr>
          <p:spPr>
            <a:xfrm rot="1800705">
              <a:off x="11098994" y="1268714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9"/>
            <p:cNvSpPr/>
            <p:nvPr/>
          </p:nvSpPr>
          <p:spPr>
            <a:xfrm rot="1800705">
              <a:off x="11027854" y="952632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29"/>
          <p:cNvSpPr/>
          <p:nvPr/>
        </p:nvSpPr>
        <p:spPr>
          <a:xfrm>
            <a:off x="-172236" y="-155799"/>
            <a:ext cx="776400" cy="776400"/>
          </a:xfrm>
          <a:prstGeom prst="donut">
            <a:avLst>
              <a:gd fmla="val 2191" name="adj"/>
            </a:avLst>
          </a:prstGeom>
          <a:solidFill>
            <a:srgbClr val="F04E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9"/>
          <p:cNvPicPr preferRelativeResize="0"/>
          <p:nvPr/>
        </p:nvPicPr>
        <p:blipFill rotWithShape="1">
          <a:blip r:embed="rId3">
            <a:alphaModFix/>
          </a:blip>
          <a:srcRect b="34641" l="0" r="0" t="36906"/>
          <a:stretch/>
        </p:blipFill>
        <p:spPr>
          <a:xfrm>
            <a:off x="9709110" y="6104050"/>
            <a:ext cx="2109416" cy="6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9"/>
          <p:cNvSpPr txBox="1"/>
          <p:nvPr/>
        </p:nvSpPr>
        <p:spPr>
          <a:xfrm>
            <a:off x="445775" y="1698875"/>
            <a:ext cx="2937900" cy="30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Some are Robotics - some are AI</a:t>
            </a:r>
            <a:endParaRPr sz="44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pic>
        <p:nvPicPr>
          <p:cNvPr id="120" name="Google Shape;12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1225" y="620600"/>
            <a:ext cx="8261750" cy="501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/>
          <p:nvPr/>
        </p:nvSpPr>
        <p:spPr>
          <a:xfrm>
            <a:off x="-122475" y="-21775"/>
            <a:ext cx="36225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30"/>
          <p:cNvGrpSpPr/>
          <p:nvPr/>
        </p:nvGrpSpPr>
        <p:grpSpPr>
          <a:xfrm>
            <a:off x="384554" y="5851389"/>
            <a:ext cx="860389" cy="600182"/>
            <a:chOff x="10635584" y="859235"/>
            <a:chExt cx="860389" cy="600182"/>
          </a:xfrm>
        </p:grpSpPr>
        <p:sp>
          <p:nvSpPr>
            <p:cNvPr id="127" name="Google Shape;127;p30"/>
            <p:cNvSpPr/>
            <p:nvPr/>
          </p:nvSpPr>
          <p:spPr>
            <a:xfrm rot="1800705">
              <a:off x="10633104" y="984779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0"/>
            <p:cNvSpPr/>
            <p:nvPr/>
          </p:nvSpPr>
          <p:spPr>
            <a:xfrm rot="1800705">
              <a:off x="11098994" y="1268714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0"/>
            <p:cNvSpPr/>
            <p:nvPr/>
          </p:nvSpPr>
          <p:spPr>
            <a:xfrm rot="1800705">
              <a:off x="11027854" y="952632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30"/>
          <p:cNvSpPr/>
          <p:nvPr/>
        </p:nvSpPr>
        <p:spPr>
          <a:xfrm>
            <a:off x="-172236" y="-155799"/>
            <a:ext cx="776400" cy="776400"/>
          </a:xfrm>
          <a:prstGeom prst="donut">
            <a:avLst>
              <a:gd fmla="val 2191" name="adj"/>
            </a:avLst>
          </a:prstGeom>
          <a:solidFill>
            <a:srgbClr val="F04E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0"/>
          <p:cNvSpPr txBox="1"/>
          <p:nvPr/>
        </p:nvSpPr>
        <p:spPr>
          <a:xfrm>
            <a:off x="-122475" y="1778729"/>
            <a:ext cx="3622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Robotics</a:t>
            </a:r>
            <a:endParaRPr sz="44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pic>
        <p:nvPicPr>
          <p:cNvPr id="132" name="Google Shape;132;p30"/>
          <p:cNvPicPr preferRelativeResize="0"/>
          <p:nvPr/>
        </p:nvPicPr>
        <p:blipFill rotWithShape="1">
          <a:blip r:embed="rId3">
            <a:alphaModFix/>
          </a:blip>
          <a:srcRect b="34641" l="0" r="0" t="36906"/>
          <a:stretch/>
        </p:blipFill>
        <p:spPr>
          <a:xfrm>
            <a:off x="10096500" y="6214275"/>
            <a:ext cx="1722025" cy="48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30"/>
          <p:cNvSpPr txBox="1"/>
          <p:nvPr/>
        </p:nvSpPr>
        <p:spPr>
          <a:xfrm>
            <a:off x="232150" y="3201929"/>
            <a:ext cx="3622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Move the arms</a:t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Move the legs</a:t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pic>
        <p:nvPicPr>
          <p:cNvPr id="134" name="Google Shape;13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2975" y="786925"/>
            <a:ext cx="6937875" cy="462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/>
          <p:nvPr/>
        </p:nvSpPr>
        <p:spPr>
          <a:xfrm>
            <a:off x="-122475" y="-21775"/>
            <a:ext cx="42453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31"/>
          <p:cNvGrpSpPr/>
          <p:nvPr/>
        </p:nvGrpSpPr>
        <p:grpSpPr>
          <a:xfrm>
            <a:off x="384554" y="5851389"/>
            <a:ext cx="860389" cy="600182"/>
            <a:chOff x="10635584" y="859235"/>
            <a:chExt cx="860389" cy="600182"/>
          </a:xfrm>
        </p:grpSpPr>
        <p:sp>
          <p:nvSpPr>
            <p:cNvPr id="141" name="Google Shape;141;p31"/>
            <p:cNvSpPr/>
            <p:nvPr/>
          </p:nvSpPr>
          <p:spPr>
            <a:xfrm rot="1800705">
              <a:off x="10633104" y="984779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31"/>
            <p:cNvSpPr/>
            <p:nvPr/>
          </p:nvSpPr>
          <p:spPr>
            <a:xfrm rot="1800705">
              <a:off x="11098994" y="1268714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31"/>
            <p:cNvSpPr/>
            <p:nvPr/>
          </p:nvSpPr>
          <p:spPr>
            <a:xfrm rot="1800705">
              <a:off x="11027854" y="952632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31"/>
          <p:cNvSpPr/>
          <p:nvPr/>
        </p:nvSpPr>
        <p:spPr>
          <a:xfrm>
            <a:off x="-172236" y="-155799"/>
            <a:ext cx="776400" cy="776400"/>
          </a:xfrm>
          <a:prstGeom prst="donut">
            <a:avLst>
              <a:gd fmla="val 2191" name="adj"/>
            </a:avLst>
          </a:prstGeom>
          <a:solidFill>
            <a:srgbClr val="F04E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31"/>
          <p:cNvPicPr preferRelativeResize="0"/>
          <p:nvPr/>
        </p:nvPicPr>
        <p:blipFill rotWithShape="1">
          <a:blip r:embed="rId3">
            <a:alphaModFix/>
          </a:blip>
          <a:srcRect b="34641" l="0" r="0" t="36906"/>
          <a:stretch/>
        </p:blipFill>
        <p:spPr>
          <a:xfrm>
            <a:off x="10096500" y="6214275"/>
            <a:ext cx="1722025" cy="48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1"/>
          <p:cNvSpPr txBox="1"/>
          <p:nvPr/>
        </p:nvSpPr>
        <p:spPr>
          <a:xfrm>
            <a:off x="613800" y="956150"/>
            <a:ext cx="27216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AI</a:t>
            </a:r>
            <a:endParaRPr sz="44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47" name="Google Shape;147;p31"/>
          <p:cNvSpPr txBox="1"/>
          <p:nvPr/>
        </p:nvSpPr>
        <p:spPr>
          <a:xfrm>
            <a:off x="384550" y="2100879"/>
            <a:ext cx="3622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Talk to a human</a:t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See</a:t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Figure out patterns</a:t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pic>
        <p:nvPicPr>
          <p:cNvPr id="148" name="Google Shape;148;p31"/>
          <p:cNvPicPr preferRelativeResize="0"/>
          <p:nvPr/>
        </p:nvPicPr>
        <p:blipFill rotWithShape="1">
          <a:blip r:embed="rId4">
            <a:alphaModFix/>
          </a:blip>
          <a:srcRect b="0" l="22058" r="0" t="0"/>
          <a:stretch/>
        </p:blipFill>
        <p:spPr>
          <a:xfrm>
            <a:off x="4193775" y="89575"/>
            <a:ext cx="3932400" cy="2837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3225" y="398350"/>
            <a:ext cx="2984950" cy="43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7450" y="5148564"/>
            <a:ext cx="4675974" cy="15556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35975" y="3138860"/>
            <a:ext cx="3205100" cy="1798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2"/>
          <p:cNvSpPr/>
          <p:nvPr/>
        </p:nvSpPr>
        <p:spPr>
          <a:xfrm>
            <a:off x="-122475" y="-21775"/>
            <a:ext cx="42453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" name="Google Shape;157;p32"/>
          <p:cNvGrpSpPr/>
          <p:nvPr/>
        </p:nvGrpSpPr>
        <p:grpSpPr>
          <a:xfrm>
            <a:off x="384554" y="5851389"/>
            <a:ext cx="860389" cy="600182"/>
            <a:chOff x="10635584" y="859235"/>
            <a:chExt cx="860389" cy="600182"/>
          </a:xfrm>
        </p:grpSpPr>
        <p:sp>
          <p:nvSpPr>
            <p:cNvPr id="158" name="Google Shape;158;p32"/>
            <p:cNvSpPr/>
            <p:nvPr/>
          </p:nvSpPr>
          <p:spPr>
            <a:xfrm rot="1800705">
              <a:off x="10633104" y="984779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2"/>
            <p:cNvSpPr/>
            <p:nvPr/>
          </p:nvSpPr>
          <p:spPr>
            <a:xfrm rot="1800705">
              <a:off x="11098994" y="1268714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32"/>
            <p:cNvSpPr/>
            <p:nvPr/>
          </p:nvSpPr>
          <p:spPr>
            <a:xfrm rot="1800705">
              <a:off x="11027854" y="952632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32"/>
          <p:cNvSpPr/>
          <p:nvPr/>
        </p:nvSpPr>
        <p:spPr>
          <a:xfrm>
            <a:off x="-172236" y="-155799"/>
            <a:ext cx="776400" cy="776400"/>
          </a:xfrm>
          <a:prstGeom prst="donut">
            <a:avLst>
              <a:gd fmla="val 2191" name="adj"/>
            </a:avLst>
          </a:prstGeom>
          <a:solidFill>
            <a:srgbClr val="F04E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32"/>
          <p:cNvPicPr preferRelativeResize="0"/>
          <p:nvPr/>
        </p:nvPicPr>
        <p:blipFill rotWithShape="1">
          <a:blip r:embed="rId3">
            <a:alphaModFix/>
          </a:blip>
          <a:srcRect b="34641" l="0" r="0" t="36906"/>
          <a:stretch/>
        </p:blipFill>
        <p:spPr>
          <a:xfrm>
            <a:off x="10096500" y="6214275"/>
            <a:ext cx="1722025" cy="48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2"/>
          <p:cNvSpPr txBox="1"/>
          <p:nvPr/>
        </p:nvSpPr>
        <p:spPr>
          <a:xfrm>
            <a:off x="-163425" y="1330475"/>
            <a:ext cx="43272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Robots </a:t>
            </a:r>
            <a:endParaRPr sz="44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without AI</a:t>
            </a:r>
            <a:endParaRPr sz="44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>
            <a:off x="384550" y="3354329"/>
            <a:ext cx="3622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Example - assembly lines</a:t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pic>
        <p:nvPicPr>
          <p:cNvPr id="165" name="Google Shape;16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1700" y="127624"/>
            <a:ext cx="5459024" cy="3640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9625" y="4189175"/>
            <a:ext cx="4245299" cy="2403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37498" y="3959000"/>
            <a:ext cx="3104325" cy="206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/>
          <p:nvPr/>
        </p:nvSpPr>
        <p:spPr>
          <a:xfrm>
            <a:off x="-122475" y="-21775"/>
            <a:ext cx="42453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" name="Google Shape;173;p33"/>
          <p:cNvGrpSpPr/>
          <p:nvPr/>
        </p:nvGrpSpPr>
        <p:grpSpPr>
          <a:xfrm>
            <a:off x="384554" y="5851389"/>
            <a:ext cx="860389" cy="600182"/>
            <a:chOff x="10635584" y="859235"/>
            <a:chExt cx="860389" cy="600182"/>
          </a:xfrm>
        </p:grpSpPr>
        <p:sp>
          <p:nvSpPr>
            <p:cNvPr id="174" name="Google Shape;174;p33"/>
            <p:cNvSpPr/>
            <p:nvPr/>
          </p:nvSpPr>
          <p:spPr>
            <a:xfrm rot="1800705">
              <a:off x="10633104" y="984779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33"/>
            <p:cNvSpPr/>
            <p:nvPr/>
          </p:nvSpPr>
          <p:spPr>
            <a:xfrm rot="1800705">
              <a:off x="11098994" y="1268714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33"/>
            <p:cNvSpPr/>
            <p:nvPr/>
          </p:nvSpPr>
          <p:spPr>
            <a:xfrm rot="1800705">
              <a:off x="11027854" y="952632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33"/>
          <p:cNvSpPr/>
          <p:nvPr/>
        </p:nvSpPr>
        <p:spPr>
          <a:xfrm>
            <a:off x="-172236" y="-155799"/>
            <a:ext cx="776400" cy="776400"/>
          </a:xfrm>
          <a:prstGeom prst="donut">
            <a:avLst>
              <a:gd fmla="val 2191" name="adj"/>
            </a:avLst>
          </a:prstGeom>
          <a:solidFill>
            <a:srgbClr val="F04E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33"/>
          <p:cNvPicPr preferRelativeResize="0"/>
          <p:nvPr/>
        </p:nvPicPr>
        <p:blipFill rotWithShape="1">
          <a:blip r:embed="rId3">
            <a:alphaModFix/>
          </a:blip>
          <a:srcRect b="34641" l="0" r="0" t="36906"/>
          <a:stretch/>
        </p:blipFill>
        <p:spPr>
          <a:xfrm>
            <a:off x="10096500" y="6214275"/>
            <a:ext cx="1722025" cy="48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3"/>
          <p:cNvSpPr txBox="1"/>
          <p:nvPr/>
        </p:nvSpPr>
        <p:spPr>
          <a:xfrm>
            <a:off x="-163425" y="1046600"/>
            <a:ext cx="43272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AI without Robots</a:t>
            </a:r>
            <a:endParaRPr sz="44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80" name="Google Shape;180;p33"/>
          <p:cNvSpPr txBox="1"/>
          <p:nvPr/>
        </p:nvSpPr>
        <p:spPr>
          <a:xfrm>
            <a:off x="384550" y="2807654"/>
            <a:ext cx="3622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Auto-correct on phone</a:t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Alexa</a:t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pic>
        <p:nvPicPr>
          <p:cNvPr id="181" name="Google Shape;18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7925" y="966050"/>
            <a:ext cx="3850351" cy="3228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9575" y="154450"/>
            <a:ext cx="3451845" cy="303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66400" y="3598325"/>
            <a:ext cx="3637835" cy="3363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4"/>
          <p:cNvSpPr/>
          <p:nvPr/>
        </p:nvSpPr>
        <p:spPr>
          <a:xfrm>
            <a:off x="-122475" y="-21775"/>
            <a:ext cx="4245300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" name="Google Shape;189;p34"/>
          <p:cNvGrpSpPr/>
          <p:nvPr/>
        </p:nvGrpSpPr>
        <p:grpSpPr>
          <a:xfrm>
            <a:off x="384554" y="5851389"/>
            <a:ext cx="860389" cy="600182"/>
            <a:chOff x="10635584" y="859235"/>
            <a:chExt cx="860389" cy="600182"/>
          </a:xfrm>
        </p:grpSpPr>
        <p:sp>
          <p:nvSpPr>
            <p:cNvPr id="190" name="Google Shape;190;p34"/>
            <p:cNvSpPr/>
            <p:nvPr/>
          </p:nvSpPr>
          <p:spPr>
            <a:xfrm rot="1800705">
              <a:off x="10633104" y="984779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34"/>
            <p:cNvSpPr/>
            <p:nvPr/>
          </p:nvSpPr>
          <p:spPr>
            <a:xfrm rot="1800705">
              <a:off x="11098994" y="1268714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34"/>
            <p:cNvSpPr/>
            <p:nvPr/>
          </p:nvSpPr>
          <p:spPr>
            <a:xfrm rot="1800705">
              <a:off x="11027854" y="952632"/>
              <a:ext cx="399458" cy="97306"/>
            </a:xfrm>
            <a:prstGeom prst="roundRect">
              <a:avLst>
                <a:gd fmla="val 50000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34"/>
          <p:cNvSpPr/>
          <p:nvPr/>
        </p:nvSpPr>
        <p:spPr>
          <a:xfrm>
            <a:off x="-172236" y="-155799"/>
            <a:ext cx="776400" cy="776400"/>
          </a:xfrm>
          <a:prstGeom prst="donut">
            <a:avLst>
              <a:gd fmla="val 2191" name="adj"/>
            </a:avLst>
          </a:prstGeom>
          <a:solidFill>
            <a:srgbClr val="F04E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34"/>
          <p:cNvPicPr preferRelativeResize="0"/>
          <p:nvPr/>
        </p:nvPicPr>
        <p:blipFill rotWithShape="1">
          <a:blip r:embed="rId3">
            <a:alphaModFix/>
          </a:blip>
          <a:srcRect b="34641" l="0" r="0" t="36906"/>
          <a:stretch/>
        </p:blipFill>
        <p:spPr>
          <a:xfrm>
            <a:off x="10096500" y="6214275"/>
            <a:ext cx="1722025" cy="48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4"/>
          <p:cNvSpPr txBox="1"/>
          <p:nvPr/>
        </p:nvSpPr>
        <p:spPr>
          <a:xfrm>
            <a:off x="-163425" y="1046600"/>
            <a:ext cx="43272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AI and Robots!</a:t>
            </a:r>
            <a:endParaRPr sz="4400">
              <a:solidFill>
                <a:srgbClr val="F04E23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sp>
        <p:nvSpPr>
          <p:cNvPr id="196" name="Google Shape;196;p34"/>
          <p:cNvSpPr txBox="1"/>
          <p:nvPr/>
        </p:nvSpPr>
        <p:spPr>
          <a:xfrm>
            <a:off x="384550" y="2807654"/>
            <a:ext cx="3622500" cy="14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Smart Robots!</a:t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3200">
              <a:solidFill>
                <a:srgbClr val="04294F"/>
              </a:solidFill>
              <a:latin typeface="Fredoka One"/>
              <a:ea typeface="Fredoka One"/>
              <a:cs typeface="Fredoka One"/>
              <a:sym typeface="Fredoka One"/>
            </a:endParaRPr>
          </a:p>
        </p:txBody>
      </p:sp>
      <p:pic>
        <p:nvPicPr>
          <p:cNvPr id="197" name="Google Shape;197;p34"/>
          <p:cNvPicPr preferRelativeResize="0"/>
          <p:nvPr/>
        </p:nvPicPr>
        <p:blipFill rotWithShape="1">
          <a:blip r:embed="rId4">
            <a:alphaModFix/>
          </a:blip>
          <a:srcRect b="0" l="21149" r="19377" t="0"/>
          <a:stretch/>
        </p:blipFill>
        <p:spPr>
          <a:xfrm>
            <a:off x="4260650" y="89250"/>
            <a:ext cx="3416226" cy="32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4"/>
          <p:cNvPicPr preferRelativeResize="0"/>
          <p:nvPr/>
        </p:nvPicPr>
        <p:blipFill rotWithShape="1">
          <a:blip r:embed="rId5">
            <a:alphaModFix/>
          </a:blip>
          <a:srcRect b="0" l="21372" r="21544" t="0"/>
          <a:stretch/>
        </p:blipFill>
        <p:spPr>
          <a:xfrm>
            <a:off x="4529325" y="3471375"/>
            <a:ext cx="2763675" cy="3232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4"/>
          <p:cNvPicPr preferRelativeResize="0"/>
          <p:nvPr/>
        </p:nvPicPr>
        <p:blipFill rotWithShape="1">
          <a:blip r:embed="rId6">
            <a:alphaModFix/>
          </a:blip>
          <a:srcRect b="0" l="16443" r="12836" t="0"/>
          <a:stretch/>
        </p:blipFill>
        <p:spPr>
          <a:xfrm>
            <a:off x="7888900" y="3470655"/>
            <a:ext cx="1722026" cy="3234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4"/>
          <p:cNvPicPr preferRelativeResize="0"/>
          <p:nvPr/>
        </p:nvPicPr>
        <p:blipFill rotWithShape="1">
          <a:blip r:embed="rId7">
            <a:alphaModFix/>
          </a:blip>
          <a:srcRect b="0" l="21786" r="13392" t="0"/>
          <a:stretch/>
        </p:blipFill>
        <p:spPr>
          <a:xfrm>
            <a:off x="8009525" y="209375"/>
            <a:ext cx="3939376" cy="2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/>
        </p:nvSpPr>
        <p:spPr>
          <a:xfrm>
            <a:off x="3135000" y="2217475"/>
            <a:ext cx="59220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8200">
                <a:solidFill>
                  <a:srgbClr val="04294F"/>
                </a:solidFill>
                <a:latin typeface="Fredoka One"/>
                <a:ea typeface="Fredoka One"/>
                <a:cs typeface="Fredoka One"/>
                <a:sym typeface="Fredoka One"/>
              </a:rPr>
              <a:t>Thank you!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5"/>
          <p:cNvSpPr/>
          <p:nvPr/>
        </p:nvSpPr>
        <p:spPr>
          <a:xfrm>
            <a:off x="-570725" y="-172826"/>
            <a:ext cx="11252514" cy="2390308"/>
          </a:xfrm>
          <a:custGeom>
            <a:rect b="b" l="l" r="r" t="t"/>
            <a:pathLst>
              <a:path extrusionOk="0" h="3104296" w="9357600">
                <a:moveTo>
                  <a:pt x="585853" y="2809464"/>
                </a:moveTo>
                <a:cubicBezTo>
                  <a:pt x="612486" y="3262225"/>
                  <a:pt x="590292" y="3100948"/>
                  <a:pt x="798917" y="2933752"/>
                </a:cubicBezTo>
                <a:cubicBezTo>
                  <a:pt x="1007542" y="2766556"/>
                  <a:pt x="1256117" y="1902463"/>
                  <a:pt x="1837604" y="1806288"/>
                </a:cubicBezTo>
                <a:cubicBezTo>
                  <a:pt x="2419091" y="1710113"/>
                  <a:pt x="3549515" y="2500225"/>
                  <a:pt x="4287841" y="2356703"/>
                </a:cubicBezTo>
                <a:cubicBezTo>
                  <a:pt x="5026167" y="2213181"/>
                  <a:pt x="5649084" y="1205566"/>
                  <a:pt x="6267562" y="945154"/>
                </a:cubicBezTo>
                <a:cubicBezTo>
                  <a:pt x="6886040" y="684742"/>
                  <a:pt x="7556303" y="915561"/>
                  <a:pt x="7998707" y="794233"/>
                </a:cubicBezTo>
                <a:cubicBezTo>
                  <a:pt x="8441111" y="672905"/>
                  <a:pt x="10148583" y="313360"/>
                  <a:pt x="8921985" y="217185"/>
                </a:cubicBezTo>
                <a:cubicBezTo>
                  <a:pt x="7695387" y="121010"/>
                  <a:pt x="2031433" y="-219300"/>
                  <a:pt x="639119" y="217185"/>
                </a:cubicBezTo>
                <a:cubicBezTo>
                  <a:pt x="-753195" y="653670"/>
                  <a:pt x="559220" y="2356703"/>
                  <a:pt x="585853" y="2809464"/>
                </a:cubicBezTo>
                <a:close/>
              </a:path>
            </a:pathLst>
          </a:custGeom>
          <a:solidFill>
            <a:srgbClr val="00AC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5"/>
          <p:cNvSpPr/>
          <p:nvPr/>
        </p:nvSpPr>
        <p:spPr>
          <a:xfrm flipH="1">
            <a:off x="742038" y="4933424"/>
            <a:ext cx="11591487" cy="2251140"/>
          </a:xfrm>
          <a:custGeom>
            <a:rect b="b" l="l" r="r" t="t"/>
            <a:pathLst>
              <a:path extrusionOk="0" h="2480595" w="9802526">
                <a:moveTo>
                  <a:pt x="708089" y="421724"/>
                </a:moveTo>
                <a:cubicBezTo>
                  <a:pt x="1086870" y="47382"/>
                  <a:pt x="2343060" y="-88741"/>
                  <a:pt x="3016283" y="57740"/>
                </a:cubicBezTo>
                <a:cubicBezTo>
                  <a:pt x="3689506" y="204221"/>
                  <a:pt x="4197013" y="1133417"/>
                  <a:pt x="4747428" y="1300613"/>
                </a:cubicBezTo>
                <a:cubicBezTo>
                  <a:pt x="5297843" y="1467809"/>
                  <a:pt x="5917801" y="1003211"/>
                  <a:pt x="6318776" y="1060916"/>
                </a:cubicBezTo>
                <a:cubicBezTo>
                  <a:pt x="6719751" y="1118621"/>
                  <a:pt x="6807048" y="1552148"/>
                  <a:pt x="7153277" y="1646843"/>
                </a:cubicBezTo>
                <a:cubicBezTo>
                  <a:pt x="7499506" y="1741538"/>
                  <a:pt x="8027728" y="1516637"/>
                  <a:pt x="8396151" y="1629087"/>
                </a:cubicBezTo>
                <a:cubicBezTo>
                  <a:pt x="8764574" y="1741538"/>
                  <a:pt x="10639242" y="2209096"/>
                  <a:pt x="9363817" y="2321546"/>
                </a:cubicBezTo>
                <a:cubicBezTo>
                  <a:pt x="8088392" y="2433996"/>
                  <a:pt x="2181782" y="2623386"/>
                  <a:pt x="743599" y="2303790"/>
                </a:cubicBezTo>
                <a:cubicBezTo>
                  <a:pt x="-694584" y="1984194"/>
                  <a:pt x="329308" y="796066"/>
                  <a:pt x="708089" y="421724"/>
                </a:cubicBez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5"/>
          <p:cNvSpPr txBox="1"/>
          <p:nvPr/>
        </p:nvSpPr>
        <p:spPr>
          <a:xfrm>
            <a:off x="1127476" y="3709475"/>
            <a:ext cx="497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35"/>
          <p:cNvPicPr preferRelativeResize="0"/>
          <p:nvPr/>
        </p:nvPicPr>
        <p:blipFill rotWithShape="1">
          <a:blip r:embed="rId3">
            <a:alphaModFix/>
          </a:blip>
          <a:srcRect b="34641" l="0" r="0" t="36906"/>
          <a:stretch/>
        </p:blipFill>
        <p:spPr>
          <a:xfrm>
            <a:off x="9373974" y="716475"/>
            <a:ext cx="2567028" cy="730374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5"/>
          <p:cNvSpPr txBox="1"/>
          <p:nvPr/>
        </p:nvSpPr>
        <p:spPr>
          <a:xfrm>
            <a:off x="3019275" y="4157275"/>
            <a:ext cx="45750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5700">
                <a:solidFill>
                  <a:srgbClr val="F04E23"/>
                </a:solidFill>
                <a:latin typeface="Fredoka One"/>
                <a:ea typeface="Fredoka One"/>
                <a:cs typeface="Fredoka One"/>
                <a:sym typeface="Fredoka One"/>
              </a:rPr>
              <a:t>aiclub.world</a:t>
            </a:r>
            <a:endParaRPr b="0" i="0" sz="1000" u="none" cap="none" strike="noStrike">
              <a:solidFill>
                <a:srgbClr val="F04E2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4775" y="3619475"/>
            <a:ext cx="2018774" cy="201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