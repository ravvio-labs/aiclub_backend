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Open Sans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bold.fntdata"/><Relationship Id="rId10" Type="http://schemas.openxmlformats.org/officeDocument/2006/relationships/font" Target="fonts/OpenSans-regular.fntdata"/><Relationship Id="rId13" Type="http://schemas.openxmlformats.org/officeDocument/2006/relationships/font" Target="fonts/OpenSans-boldItalic.fntdata"/><Relationship Id="rId12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a77f82e0b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ga77f82e0b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a77f82e0be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a77f82e0be_1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a77f82e0be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a77f82e0be_1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/>
          <p:nvPr>
            <p:ph idx="2" type="pic"/>
          </p:nvPr>
        </p:nvSpPr>
        <p:spPr>
          <a:xfrm>
            <a:off x="6323863" y="483729"/>
            <a:ext cx="5311808" cy="589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/>
          <p:nvPr>
            <p:ph idx="2" type="pic"/>
          </p:nvPr>
        </p:nvSpPr>
        <p:spPr>
          <a:xfrm>
            <a:off x="7500939" y="1625601"/>
            <a:ext cx="3330574" cy="4251324"/>
          </a:xfrm>
          <a:prstGeom prst="roundRect">
            <a:avLst>
              <a:gd fmla="val 452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"/>
          <p:cNvSpPr/>
          <p:nvPr>
            <p:ph idx="2" type="pic"/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"/>
          <p:cNvSpPr/>
          <p:nvPr>
            <p:ph idx="2" type="pic"/>
          </p:nvPr>
        </p:nvSpPr>
        <p:spPr>
          <a:xfrm>
            <a:off x="998538" y="2214561"/>
            <a:ext cx="3043237" cy="3956051"/>
          </a:xfrm>
          <a:prstGeom prst="roundRect">
            <a:avLst>
              <a:gd fmla="val 452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"/>
          <p:cNvSpPr/>
          <p:nvPr>
            <p:ph idx="3" type="pic"/>
          </p:nvPr>
        </p:nvSpPr>
        <p:spPr>
          <a:xfrm>
            <a:off x="5203826" y="2214561"/>
            <a:ext cx="3043237" cy="3956051"/>
          </a:xfrm>
          <a:prstGeom prst="roundRect">
            <a:avLst>
              <a:gd fmla="val 452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/>
          <p:nvPr>
            <p:ph idx="2" type="pic"/>
          </p:nvPr>
        </p:nvSpPr>
        <p:spPr>
          <a:xfrm>
            <a:off x="1219200" y="1433514"/>
            <a:ext cx="9753600" cy="2957512"/>
          </a:xfrm>
          <a:prstGeom prst="roundRect">
            <a:avLst>
              <a:gd fmla="val 630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/>
          <p:nvPr>
            <p:ph idx="2" type="pic"/>
          </p:nvPr>
        </p:nvSpPr>
        <p:spPr>
          <a:xfrm>
            <a:off x="1033462" y="1114424"/>
            <a:ext cx="1970087" cy="2163763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7"/>
          <p:cNvSpPr/>
          <p:nvPr>
            <p:ph idx="3" type="pic"/>
          </p:nvPr>
        </p:nvSpPr>
        <p:spPr>
          <a:xfrm>
            <a:off x="3646488" y="1114424"/>
            <a:ext cx="1970087" cy="2163763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7"/>
          <p:cNvSpPr/>
          <p:nvPr>
            <p:ph idx="4" type="pic"/>
          </p:nvPr>
        </p:nvSpPr>
        <p:spPr>
          <a:xfrm>
            <a:off x="1033462" y="3679825"/>
            <a:ext cx="1970087" cy="2163763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7"/>
          <p:cNvSpPr/>
          <p:nvPr>
            <p:ph idx="5" type="pic"/>
          </p:nvPr>
        </p:nvSpPr>
        <p:spPr>
          <a:xfrm>
            <a:off x="3646488" y="3679825"/>
            <a:ext cx="1970087" cy="2163763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/>
          <p:nvPr>
            <p:ph idx="2" type="pic"/>
          </p:nvPr>
        </p:nvSpPr>
        <p:spPr>
          <a:xfrm>
            <a:off x="7783513" y="1100138"/>
            <a:ext cx="3505200" cy="5045075"/>
          </a:xfrm>
          <a:prstGeom prst="plaque">
            <a:avLst>
              <a:gd fmla="val 2243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/>
          <p:nvPr>
            <p:ph idx="2" type="pic"/>
          </p:nvPr>
        </p:nvSpPr>
        <p:spPr>
          <a:xfrm>
            <a:off x="4648200" y="2973388"/>
            <a:ext cx="2895600" cy="2347912"/>
          </a:xfrm>
          <a:prstGeom prst="round2DiagRect">
            <a:avLst>
              <a:gd fmla="val 50000" name="adj1"/>
              <a:gd fmla="val 13481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/>
          <p:nvPr>
            <p:ph idx="2" type="pic"/>
          </p:nvPr>
        </p:nvSpPr>
        <p:spPr>
          <a:xfrm>
            <a:off x="5548624" y="1508794"/>
            <a:ext cx="5777604" cy="444038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flowChartDelay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/>
          <p:nvPr>
            <p:ph idx="2" type="pic"/>
          </p:nvPr>
        </p:nvSpPr>
        <p:spPr>
          <a:xfrm>
            <a:off x="1474788" y="1322388"/>
            <a:ext cx="3292475" cy="4481512"/>
          </a:xfrm>
          <a:prstGeom prst="roundRect">
            <a:avLst>
              <a:gd fmla="val 1853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/>
          <p:nvPr>
            <p:ph idx="2" type="pic"/>
          </p:nvPr>
        </p:nvSpPr>
        <p:spPr>
          <a:xfrm>
            <a:off x="7205662" y="0"/>
            <a:ext cx="498633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/>
          <p:nvPr>
            <p:ph idx="2" type="pic"/>
          </p:nvPr>
        </p:nvSpPr>
        <p:spPr>
          <a:xfrm>
            <a:off x="0" y="3879850"/>
            <a:ext cx="12191999" cy="29781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/>
          <p:nvPr>
            <p:ph idx="2" type="pic"/>
          </p:nvPr>
        </p:nvSpPr>
        <p:spPr>
          <a:xfrm>
            <a:off x="989013" y="1046163"/>
            <a:ext cx="2179637" cy="3249612"/>
          </a:xfrm>
          <a:prstGeom prst="roundRect">
            <a:avLst>
              <a:gd fmla="val 1369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16"/>
          <p:cNvSpPr/>
          <p:nvPr>
            <p:ph idx="3" type="pic"/>
          </p:nvPr>
        </p:nvSpPr>
        <p:spPr>
          <a:xfrm>
            <a:off x="3551237" y="1046163"/>
            <a:ext cx="2179637" cy="3249612"/>
          </a:xfrm>
          <a:prstGeom prst="roundRect">
            <a:avLst>
              <a:gd fmla="val 1369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16"/>
          <p:cNvSpPr/>
          <p:nvPr>
            <p:ph idx="4" type="pic"/>
          </p:nvPr>
        </p:nvSpPr>
        <p:spPr>
          <a:xfrm>
            <a:off x="6176962" y="1046163"/>
            <a:ext cx="2179637" cy="3249612"/>
          </a:xfrm>
          <a:prstGeom prst="roundRect">
            <a:avLst>
              <a:gd fmla="val 1369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16"/>
          <p:cNvSpPr/>
          <p:nvPr>
            <p:ph idx="5" type="pic"/>
          </p:nvPr>
        </p:nvSpPr>
        <p:spPr>
          <a:xfrm>
            <a:off x="8802688" y="1046163"/>
            <a:ext cx="2179637" cy="3249612"/>
          </a:xfrm>
          <a:prstGeom prst="roundRect">
            <a:avLst>
              <a:gd fmla="val 1369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/>
          <p:nvPr>
            <p:ph idx="2" type="pic"/>
          </p:nvPr>
        </p:nvSpPr>
        <p:spPr>
          <a:xfrm>
            <a:off x="6786563" y="747712"/>
            <a:ext cx="1603375" cy="1341437"/>
          </a:xfrm>
          <a:prstGeom prst="roundRect">
            <a:avLst>
              <a:gd fmla="val 1460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17"/>
          <p:cNvSpPr/>
          <p:nvPr>
            <p:ph idx="3" type="pic"/>
          </p:nvPr>
        </p:nvSpPr>
        <p:spPr>
          <a:xfrm>
            <a:off x="8389938" y="1735137"/>
            <a:ext cx="3027362" cy="3094037"/>
          </a:xfrm>
          <a:prstGeom prst="roundRect">
            <a:avLst>
              <a:gd fmla="val 1460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17"/>
          <p:cNvSpPr/>
          <p:nvPr>
            <p:ph idx="4" type="pic"/>
          </p:nvPr>
        </p:nvSpPr>
        <p:spPr>
          <a:xfrm>
            <a:off x="6786563" y="4092574"/>
            <a:ext cx="2890837" cy="2017713"/>
          </a:xfrm>
          <a:prstGeom prst="roundRect">
            <a:avLst>
              <a:gd fmla="val 1460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/>
          <p:nvPr>
            <p:ph idx="2" type="pic"/>
          </p:nvPr>
        </p:nvSpPr>
        <p:spPr>
          <a:xfrm>
            <a:off x="5305425" y="4170364"/>
            <a:ext cx="1895475" cy="180816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18"/>
          <p:cNvSpPr/>
          <p:nvPr>
            <p:ph idx="3" type="pic"/>
          </p:nvPr>
        </p:nvSpPr>
        <p:spPr>
          <a:xfrm>
            <a:off x="6288088" y="-1995489"/>
            <a:ext cx="7237412" cy="6910389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/>
          <p:nvPr>
            <p:ph idx="2" type="pic"/>
          </p:nvPr>
        </p:nvSpPr>
        <p:spPr>
          <a:xfrm>
            <a:off x="915988" y="1141413"/>
            <a:ext cx="3879850" cy="2163762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9"/>
          <p:cNvSpPr/>
          <p:nvPr>
            <p:ph idx="3" type="pic"/>
          </p:nvPr>
        </p:nvSpPr>
        <p:spPr>
          <a:xfrm>
            <a:off x="915988" y="3795713"/>
            <a:ext cx="3879850" cy="2163762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/>
          <p:nvPr>
            <p:ph idx="2" type="pic"/>
          </p:nvPr>
        </p:nvSpPr>
        <p:spPr>
          <a:xfrm>
            <a:off x="5159375" y="0"/>
            <a:ext cx="7032625" cy="6858000"/>
          </a:xfrm>
          <a:prstGeom prst="trapezoid">
            <a:avLst>
              <a:gd fmla="val 4115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/>
          <p:nvPr>
            <p:ph idx="2" type="pic"/>
          </p:nvPr>
        </p:nvSpPr>
        <p:spPr>
          <a:xfrm>
            <a:off x="8064500" y="1158874"/>
            <a:ext cx="2271713" cy="4779963"/>
          </a:xfrm>
          <a:prstGeom prst="roundRect">
            <a:avLst>
              <a:gd fmla="val 853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2"/>
          <p:cNvSpPr/>
          <p:nvPr>
            <p:ph idx="2" type="pic"/>
          </p:nvPr>
        </p:nvSpPr>
        <p:spPr>
          <a:xfrm>
            <a:off x="4965700" y="1089025"/>
            <a:ext cx="2271713" cy="4779963"/>
          </a:xfrm>
          <a:prstGeom prst="roundRect">
            <a:avLst>
              <a:gd fmla="val 853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/>
          <p:nvPr>
            <p:ph idx="2" type="pic"/>
          </p:nvPr>
        </p:nvSpPr>
        <p:spPr>
          <a:xfrm>
            <a:off x="-177800" y="1535112"/>
            <a:ext cx="5451475" cy="299243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/>
          <p:nvPr>
            <p:ph idx="2" type="pic"/>
          </p:nvPr>
        </p:nvSpPr>
        <p:spPr>
          <a:xfrm>
            <a:off x="7102475" y="1392238"/>
            <a:ext cx="6427788" cy="40290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8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0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9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9" Type="http://schemas.openxmlformats.org/officeDocument/2006/relationships/image" Target="../media/image5.png"/><Relationship Id="rId5" Type="http://schemas.openxmlformats.org/officeDocument/2006/relationships/image" Target="../media/image4.jp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5"/>
          <p:cNvSpPr txBox="1"/>
          <p:nvPr/>
        </p:nvSpPr>
        <p:spPr>
          <a:xfrm>
            <a:off x="625537" y="2139900"/>
            <a:ext cx="57651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58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Welcome to </a:t>
            </a:r>
            <a:endParaRPr sz="58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58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AI Introduction</a:t>
            </a:r>
            <a:endParaRPr sz="5800">
              <a:solidFill>
                <a:srgbClr val="F04E23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58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Level -1 </a:t>
            </a:r>
            <a:r>
              <a:rPr lang="en-US" sz="58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 </a:t>
            </a:r>
            <a:endParaRPr b="0" i="0" sz="5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5"/>
          <p:cNvSpPr/>
          <p:nvPr/>
        </p:nvSpPr>
        <p:spPr>
          <a:xfrm>
            <a:off x="-905449" y="-430249"/>
            <a:ext cx="8211771" cy="2267927"/>
          </a:xfrm>
          <a:custGeom>
            <a:rect b="b" l="l" r="r" t="t"/>
            <a:pathLst>
              <a:path extrusionOk="0" h="3104296" w="9357600">
                <a:moveTo>
                  <a:pt x="585853" y="2809464"/>
                </a:moveTo>
                <a:cubicBezTo>
                  <a:pt x="612486" y="3262225"/>
                  <a:pt x="590292" y="3100948"/>
                  <a:pt x="798917" y="2933752"/>
                </a:cubicBezTo>
                <a:cubicBezTo>
                  <a:pt x="1007542" y="2766556"/>
                  <a:pt x="1256117" y="1902463"/>
                  <a:pt x="1837604" y="1806288"/>
                </a:cubicBezTo>
                <a:cubicBezTo>
                  <a:pt x="2419091" y="1710113"/>
                  <a:pt x="3549515" y="2500225"/>
                  <a:pt x="4287841" y="2356703"/>
                </a:cubicBezTo>
                <a:cubicBezTo>
                  <a:pt x="5026167" y="2213181"/>
                  <a:pt x="5649084" y="1205566"/>
                  <a:pt x="6267562" y="945154"/>
                </a:cubicBezTo>
                <a:cubicBezTo>
                  <a:pt x="6886040" y="684742"/>
                  <a:pt x="7556303" y="915561"/>
                  <a:pt x="7998707" y="794233"/>
                </a:cubicBezTo>
                <a:cubicBezTo>
                  <a:pt x="8441111" y="672905"/>
                  <a:pt x="10148583" y="313360"/>
                  <a:pt x="8921985" y="217185"/>
                </a:cubicBezTo>
                <a:cubicBezTo>
                  <a:pt x="7695387" y="121010"/>
                  <a:pt x="2031433" y="-219300"/>
                  <a:pt x="639119" y="217185"/>
                </a:cubicBezTo>
                <a:cubicBezTo>
                  <a:pt x="-753195" y="653670"/>
                  <a:pt x="559220" y="2356703"/>
                  <a:pt x="585853" y="2809464"/>
                </a:cubicBezTo>
                <a:close/>
              </a:path>
            </a:pathLst>
          </a:custGeom>
          <a:solidFill>
            <a:srgbClr val="00A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25"/>
          <p:cNvPicPr preferRelativeResize="0"/>
          <p:nvPr/>
        </p:nvPicPr>
        <p:blipFill rotWithShape="1">
          <a:blip r:embed="rId3">
            <a:alphaModFix/>
          </a:blip>
          <a:srcRect b="0" l="0" r="57643" t="0"/>
          <a:stretch/>
        </p:blipFill>
        <p:spPr>
          <a:xfrm>
            <a:off x="7082300" y="0"/>
            <a:ext cx="516412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5"/>
          <p:cNvPicPr preferRelativeResize="0"/>
          <p:nvPr/>
        </p:nvPicPr>
        <p:blipFill rotWithShape="1">
          <a:blip r:embed="rId4">
            <a:alphaModFix/>
          </a:blip>
          <a:srcRect b="34641" l="0" r="0" t="36906"/>
          <a:stretch/>
        </p:blipFill>
        <p:spPr>
          <a:xfrm>
            <a:off x="352313" y="5799678"/>
            <a:ext cx="2392324" cy="68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25" y="4272300"/>
            <a:ext cx="4330668" cy="243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30724" y="1215525"/>
            <a:ext cx="2894152" cy="289415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6"/>
          <p:cNvSpPr txBox="1"/>
          <p:nvPr/>
        </p:nvSpPr>
        <p:spPr>
          <a:xfrm>
            <a:off x="4985100" y="2372050"/>
            <a:ext cx="66735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3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What is AI?</a:t>
            </a:r>
            <a:endParaRPr b="0" i="0" sz="4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6"/>
          <p:cNvSpPr/>
          <p:nvPr/>
        </p:nvSpPr>
        <p:spPr>
          <a:xfrm>
            <a:off x="-244150" y="-404126"/>
            <a:ext cx="11252514" cy="2390308"/>
          </a:xfrm>
          <a:custGeom>
            <a:rect b="b" l="l" r="r" t="t"/>
            <a:pathLst>
              <a:path extrusionOk="0" h="3104296" w="9357600">
                <a:moveTo>
                  <a:pt x="585853" y="2809464"/>
                </a:moveTo>
                <a:cubicBezTo>
                  <a:pt x="612486" y="3262225"/>
                  <a:pt x="590292" y="3100948"/>
                  <a:pt x="798917" y="2933752"/>
                </a:cubicBezTo>
                <a:cubicBezTo>
                  <a:pt x="1007542" y="2766556"/>
                  <a:pt x="1256117" y="1902463"/>
                  <a:pt x="1837604" y="1806288"/>
                </a:cubicBezTo>
                <a:cubicBezTo>
                  <a:pt x="2419091" y="1710113"/>
                  <a:pt x="3549515" y="2500225"/>
                  <a:pt x="4287841" y="2356703"/>
                </a:cubicBezTo>
                <a:cubicBezTo>
                  <a:pt x="5026167" y="2213181"/>
                  <a:pt x="5649084" y="1205566"/>
                  <a:pt x="6267562" y="945154"/>
                </a:cubicBezTo>
                <a:cubicBezTo>
                  <a:pt x="6886040" y="684742"/>
                  <a:pt x="7556303" y="915561"/>
                  <a:pt x="7998707" y="794233"/>
                </a:cubicBezTo>
                <a:cubicBezTo>
                  <a:pt x="8441111" y="672905"/>
                  <a:pt x="10148583" y="313360"/>
                  <a:pt x="8921985" y="217185"/>
                </a:cubicBezTo>
                <a:cubicBezTo>
                  <a:pt x="7695387" y="121010"/>
                  <a:pt x="2031433" y="-219300"/>
                  <a:pt x="639119" y="217185"/>
                </a:cubicBezTo>
                <a:cubicBezTo>
                  <a:pt x="-753195" y="653670"/>
                  <a:pt x="559220" y="2356703"/>
                  <a:pt x="585853" y="2809464"/>
                </a:cubicBezTo>
                <a:close/>
              </a:path>
            </a:pathLst>
          </a:custGeom>
          <a:solidFill>
            <a:srgbClr val="00A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6"/>
          <p:cNvSpPr/>
          <p:nvPr/>
        </p:nvSpPr>
        <p:spPr>
          <a:xfrm flipH="1">
            <a:off x="918938" y="5061874"/>
            <a:ext cx="11591487" cy="2251140"/>
          </a:xfrm>
          <a:custGeom>
            <a:rect b="b" l="l" r="r" t="t"/>
            <a:pathLst>
              <a:path extrusionOk="0" h="2480595" w="9802526">
                <a:moveTo>
                  <a:pt x="708089" y="421724"/>
                </a:moveTo>
                <a:cubicBezTo>
                  <a:pt x="1086870" y="47382"/>
                  <a:pt x="2343060" y="-88741"/>
                  <a:pt x="3016283" y="57740"/>
                </a:cubicBezTo>
                <a:cubicBezTo>
                  <a:pt x="3689506" y="204221"/>
                  <a:pt x="4197013" y="1133417"/>
                  <a:pt x="4747428" y="1300613"/>
                </a:cubicBezTo>
                <a:cubicBezTo>
                  <a:pt x="5297843" y="1467809"/>
                  <a:pt x="5917801" y="1003211"/>
                  <a:pt x="6318776" y="1060916"/>
                </a:cubicBezTo>
                <a:cubicBezTo>
                  <a:pt x="6719751" y="1118621"/>
                  <a:pt x="6807048" y="1552148"/>
                  <a:pt x="7153277" y="1646843"/>
                </a:cubicBezTo>
                <a:cubicBezTo>
                  <a:pt x="7499506" y="1741538"/>
                  <a:pt x="8027728" y="1516637"/>
                  <a:pt x="8396151" y="1629087"/>
                </a:cubicBezTo>
                <a:cubicBezTo>
                  <a:pt x="8764574" y="1741538"/>
                  <a:pt x="10639242" y="2209096"/>
                  <a:pt x="9363817" y="2321546"/>
                </a:cubicBezTo>
                <a:cubicBezTo>
                  <a:pt x="8088392" y="2433996"/>
                  <a:pt x="2181782" y="2623386"/>
                  <a:pt x="743599" y="2303790"/>
                </a:cubicBezTo>
                <a:cubicBezTo>
                  <a:pt x="-694584" y="1984194"/>
                  <a:pt x="329308" y="796066"/>
                  <a:pt x="708089" y="421724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6"/>
          <p:cNvSpPr txBox="1"/>
          <p:nvPr/>
        </p:nvSpPr>
        <p:spPr>
          <a:xfrm>
            <a:off x="1127476" y="3709475"/>
            <a:ext cx="49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26"/>
          <p:cNvPicPr preferRelativeResize="0"/>
          <p:nvPr/>
        </p:nvPicPr>
        <p:blipFill rotWithShape="1">
          <a:blip r:embed="rId5">
            <a:alphaModFix/>
          </a:blip>
          <a:srcRect b="34641" l="0" r="0" t="36906"/>
          <a:stretch/>
        </p:blipFill>
        <p:spPr>
          <a:xfrm>
            <a:off x="9251499" y="5973850"/>
            <a:ext cx="2567028" cy="73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"/>
          <p:cNvSpPr txBox="1"/>
          <p:nvPr/>
        </p:nvSpPr>
        <p:spPr>
          <a:xfrm>
            <a:off x="542650" y="1182400"/>
            <a:ext cx="3622500" cy="48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Make decisions and other things that </a:t>
            </a:r>
            <a:r>
              <a:rPr lang="en-US" sz="44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human brains</a:t>
            </a:r>
            <a:r>
              <a:rPr lang="en-US" sz="44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 do</a:t>
            </a:r>
            <a:endParaRPr b="0" i="0" sz="4400" u="none" cap="none" strike="noStrike">
              <a:solidFill>
                <a:srgbClr val="F04E2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grpSp>
        <p:nvGrpSpPr>
          <p:cNvPr id="87" name="Google Shape;87;p27"/>
          <p:cNvGrpSpPr/>
          <p:nvPr/>
        </p:nvGrpSpPr>
        <p:grpSpPr>
          <a:xfrm>
            <a:off x="384554" y="5851389"/>
            <a:ext cx="860389" cy="600182"/>
            <a:chOff x="10635584" y="859235"/>
            <a:chExt cx="860389" cy="600182"/>
          </a:xfrm>
        </p:grpSpPr>
        <p:sp>
          <p:nvSpPr>
            <p:cNvPr id="88" name="Google Shape;88;p27"/>
            <p:cNvSpPr/>
            <p:nvPr/>
          </p:nvSpPr>
          <p:spPr>
            <a:xfrm rot="1800705">
              <a:off x="10633104" y="984779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7"/>
            <p:cNvSpPr/>
            <p:nvPr/>
          </p:nvSpPr>
          <p:spPr>
            <a:xfrm rot="1800705">
              <a:off x="11098994" y="1268714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7"/>
            <p:cNvSpPr/>
            <p:nvPr/>
          </p:nvSpPr>
          <p:spPr>
            <a:xfrm rot="1800705">
              <a:off x="11027854" y="952632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27"/>
          <p:cNvSpPr/>
          <p:nvPr/>
        </p:nvSpPr>
        <p:spPr>
          <a:xfrm>
            <a:off x="-172236" y="-155799"/>
            <a:ext cx="776400" cy="776400"/>
          </a:xfrm>
          <a:prstGeom prst="donut">
            <a:avLst>
              <a:gd fmla="val 2191" name="adj"/>
            </a:avLst>
          </a:prstGeom>
          <a:solidFill>
            <a:srgbClr val="F04E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7"/>
          <p:cNvSpPr/>
          <p:nvPr/>
        </p:nvSpPr>
        <p:spPr>
          <a:xfrm>
            <a:off x="6821950" y="68050"/>
            <a:ext cx="2502900" cy="24903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27"/>
          <p:cNvPicPr preferRelativeResize="0"/>
          <p:nvPr/>
        </p:nvPicPr>
        <p:blipFill rotWithShape="1">
          <a:blip r:embed="rId3">
            <a:alphaModFix/>
          </a:blip>
          <a:srcRect b="34641" l="0" r="0" t="36906"/>
          <a:stretch/>
        </p:blipFill>
        <p:spPr>
          <a:xfrm>
            <a:off x="9251499" y="5973850"/>
            <a:ext cx="2567028" cy="730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5991" y="463581"/>
            <a:ext cx="2502982" cy="145014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7"/>
          <p:cNvSpPr txBox="1"/>
          <p:nvPr/>
        </p:nvSpPr>
        <p:spPr>
          <a:xfrm>
            <a:off x="7353319" y="1913721"/>
            <a:ext cx="15684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6AA84F"/>
                </a:solidFill>
                <a:latin typeface="Fredoka One"/>
                <a:ea typeface="Fredoka One"/>
                <a:cs typeface="Fredoka One"/>
                <a:sym typeface="Fredoka One"/>
              </a:rPr>
              <a:t>Predict futures </a:t>
            </a:r>
            <a:endParaRPr b="0" i="0" sz="14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7"/>
          <p:cNvSpPr/>
          <p:nvPr/>
        </p:nvSpPr>
        <p:spPr>
          <a:xfrm>
            <a:off x="9552625" y="125200"/>
            <a:ext cx="2502900" cy="24903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7"/>
          <p:cNvSpPr/>
          <p:nvPr/>
        </p:nvSpPr>
        <p:spPr>
          <a:xfrm>
            <a:off x="3516100" y="68050"/>
            <a:ext cx="2502900" cy="24903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7"/>
          <p:cNvSpPr/>
          <p:nvPr/>
        </p:nvSpPr>
        <p:spPr>
          <a:xfrm>
            <a:off x="8830400" y="2698625"/>
            <a:ext cx="2502900" cy="24903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7"/>
          <p:cNvSpPr/>
          <p:nvPr/>
        </p:nvSpPr>
        <p:spPr>
          <a:xfrm>
            <a:off x="5131188" y="2107650"/>
            <a:ext cx="2502900" cy="24903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7"/>
          <p:cNvSpPr/>
          <p:nvPr/>
        </p:nvSpPr>
        <p:spPr>
          <a:xfrm>
            <a:off x="3447375" y="4213925"/>
            <a:ext cx="2502900" cy="24903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7"/>
          <p:cNvSpPr/>
          <p:nvPr/>
        </p:nvSpPr>
        <p:spPr>
          <a:xfrm>
            <a:off x="6627525" y="4302600"/>
            <a:ext cx="2502900" cy="24903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15050" y="463552"/>
            <a:ext cx="2578048" cy="145014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7"/>
          <p:cNvSpPr txBox="1"/>
          <p:nvPr/>
        </p:nvSpPr>
        <p:spPr>
          <a:xfrm>
            <a:off x="10020026" y="1959975"/>
            <a:ext cx="17985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F1C232"/>
                </a:solidFill>
                <a:latin typeface="Fredoka One"/>
                <a:ea typeface="Fredoka One"/>
                <a:cs typeface="Fredoka One"/>
                <a:sym typeface="Fredoka One"/>
              </a:rPr>
              <a:t>Detect anomalies</a:t>
            </a:r>
            <a:endParaRPr b="0" i="0" sz="1400" u="none" cap="none" strike="noStrike">
              <a:solidFill>
                <a:srgbClr val="F1C23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" name="Google Shape;104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89960" y="4615950"/>
            <a:ext cx="2578029" cy="145014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7"/>
          <p:cNvSpPr txBox="1"/>
          <p:nvPr/>
        </p:nvSpPr>
        <p:spPr>
          <a:xfrm>
            <a:off x="7323374" y="5985925"/>
            <a:ext cx="12192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Play games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84037" y="350202"/>
            <a:ext cx="2567027" cy="1443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7"/>
          <p:cNvSpPr txBox="1"/>
          <p:nvPr/>
        </p:nvSpPr>
        <p:spPr>
          <a:xfrm>
            <a:off x="4016800" y="1851150"/>
            <a:ext cx="17985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7F7F7F"/>
                </a:solidFill>
                <a:latin typeface="Fredoka One"/>
                <a:ea typeface="Fredoka One"/>
                <a:cs typeface="Fredoka One"/>
                <a:sym typeface="Fredoka One"/>
              </a:rPr>
              <a:t>Recognize sound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736050" y="2952221"/>
            <a:ext cx="2691603" cy="151405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7"/>
          <p:cNvSpPr txBox="1"/>
          <p:nvPr/>
        </p:nvSpPr>
        <p:spPr>
          <a:xfrm>
            <a:off x="9297651" y="4537175"/>
            <a:ext cx="17985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7F7F7F"/>
                </a:solidFill>
                <a:latin typeface="Fredoka One"/>
                <a:ea typeface="Fredoka One"/>
                <a:cs typeface="Fredoka One"/>
                <a:sym typeface="Fredoka One"/>
              </a:rPr>
              <a:t>Decide strategies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28161" y="4466275"/>
            <a:ext cx="2741331" cy="1541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7"/>
          <p:cNvSpPr txBox="1"/>
          <p:nvPr/>
        </p:nvSpPr>
        <p:spPr>
          <a:xfrm>
            <a:off x="3983344" y="5985921"/>
            <a:ext cx="15684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>
                <a:solidFill>
                  <a:srgbClr val="1155CC"/>
                </a:solidFill>
                <a:latin typeface="Fredoka One"/>
                <a:ea typeface="Fredoka One"/>
                <a:cs typeface="Fredoka One"/>
                <a:sym typeface="Fredoka One"/>
              </a:rPr>
              <a:t>Classify types</a:t>
            </a:r>
            <a:endParaRPr>
              <a:solidFill>
                <a:srgbClr val="1155CC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1155CC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pic>
        <p:nvPicPr>
          <p:cNvPr id="112" name="Google Shape;112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08625" y="2352150"/>
            <a:ext cx="2883949" cy="1690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7"/>
          <p:cNvSpPr txBox="1"/>
          <p:nvPr/>
        </p:nvSpPr>
        <p:spPr>
          <a:xfrm>
            <a:off x="5617350" y="3806525"/>
            <a:ext cx="17985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E69138"/>
                </a:solidFill>
                <a:latin typeface="Fredoka One"/>
                <a:ea typeface="Fredoka One"/>
                <a:cs typeface="Fredoka One"/>
                <a:sym typeface="Fredoka One"/>
              </a:rPr>
              <a:t>Recognize images</a:t>
            </a:r>
            <a:endParaRPr b="0" i="0" sz="1400" u="none" cap="none" strike="noStrike">
              <a:solidFill>
                <a:srgbClr val="E6913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245" y="4099526"/>
            <a:ext cx="3909341" cy="26046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/>
        </p:nvSpPr>
        <p:spPr>
          <a:xfrm>
            <a:off x="427424" y="427525"/>
            <a:ext cx="4611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52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AI in real life </a:t>
            </a:r>
            <a:endParaRPr b="0" i="0" sz="5200" u="none" cap="none" strike="noStrike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grpSp>
        <p:nvGrpSpPr>
          <p:cNvPr id="120" name="Google Shape;120;p28"/>
          <p:cNvGrpSpPr/>
          <p:nvPr/>
        </p:nvGrpSpPr>
        <p:grpSpPr>
          <a:xfrm rot="2700000">
            <a:off x="10344588" y="901684"/>
            <a:ext cx="771559" cy="909930"/>
            <a:chOff x="9835899" y="3111110"/>
            <a:chExt cx="771559" cy="909930"/>
          </a:xfrm>
        </p:grpSpPr>
        <p:sp>
          <p:nvSpPr>
            <p:cNvPr id="121" name="Google Shape;121;p28"/>
            <p:cNvSpPr/>
            <p:nvPr/>
          </p:nvSpPr>
          <p:spPr>
            <a:xfrm>
              <a:off x="9918174" y="3111110"/>
              <a:ext cx="689284" cy="689284"/>
            </a:xfrm>
            <a:prstGeom prst="donut">
              <a:avLst>
                <a:gd fmla="val 28260" name="adj"/>
              </a:avLst>
            </a:prstGeom>
            <a:solidFill>
              <a:srgbClr val="FFB4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8"/>
            <p:cNvSpPr/>
            <p:nvPr/>
          </p:nvSpPr>
          <p:spPr>
            <a:xfrm>
              <a:off x="9835899" y="3704077"/>
              <a:ext cx="316963" cy="316963"/>
            </a:xfrm>
            <a:prstGeom prst="donut">
              <a:avLst>
                <a:gd fmla="val 32283" name="adj"/>
              </a:avLst>
            </a:prstGeom>
            <a:solidFill>
              <a:srgbClr val="F04E2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28"/>
          <p:cNvSpPr/>
          <p:nvPr/>
        </p:nvSpPr>
        <p:spPr>
          <a:xfrm>
            <a:off x="-85724" y="5273520"/>
            <a:ext cx="5637275" cy="1667622"/>
          </a:xfrm>
          <a:custGeom>
            <a:rect b="b" l="l" r="r" t="t"/>
            <a:pathLst>
              <a:path extrusionOk="0" h="1667622" w="5637275">
                <a:moveTo>
                  <a:pt x="0" y="0"/>
                </a:moveTo>
                <a:lnTo>
                  <a:pt x="76863" y="31504"/>
                </a:lnTo>
                <a:cubicBezTo>
                  <a:pt x="549225" y="255195"/>
                  <a:pt x="930706" y="841773"/>
                  <a:pt x="1340112" y="959375"/>
                </a:cubicBezTo>
                <a:cubicBezTo>
                  <a:pt x="1808006" y="1093777"/>
                  <a:pt x="2335016" y="720306"/>
                  <a:pt x="2675875" y="766693"/>
                </a:cubicBezTo>
                <a:cubicBezTo>
                  <a:pt x="3016733" y="813079"/>
                  <a:pt x="3090942" y="1161574"/>
                  <a:pt x="3385262" y="1237696"/>
                </a:cubicBezTo>
                <a:cubicBezTo>
                  <a:pt x="3679583" y="1313817"/>
                  <a:pt x="4128611" y="1133028"/>
                  <a:pt x="4441797" y="1223422"/>
                </a:cubicBezTo>
                <a:cubicBezTo>
                  <a:pt x="4657113" y="1285569"/>
                  <a:pt x="5477628" y="1482638"/>
                  <a:pt x="5617109" y="1629111"/>
                </a:cubicBezTo>
                <a:lnTo>
                  <a:pt x="5637275" y="1667622"/>
                </a:lnTo>
                <a:lnTo>
                  <a:pt x="0" y="1667622"/>
                </a:lnTo>
                <a:close/>
              </a:path>
            </a:pathLst>
          </a:custGeom>
          <a:solidFill>
            <a:srgbClr val="00A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8"/>
          <p:cNvSpPr/>
          <p:nvPr/>
        </p:nvSpPr>
        <p:spPr>
          <a:xfrm>
            <a:off x="5257168" y="-304800"/>
            <a:ext cx="2968647" cy="1108923"/>
          </a:xfrm>
          <a:custGeom>
            <a:rect b="b" l="l" r="r" t="t"/>
            <a:pathLst>
              <a:path extrusionOk="0" h="1108923" w="2968647">
                <a:moveTo>
                  <a:pt x="0" y="0"/>
                </a:moveTo>
                <a:lnTo>
                  <a:pt x="978180" y="0"/>
                </a:lnTo>
                <a:lnTo>
                  <a:pt x="1008517" y="37139"/>
                </a:lnTo>
                <a:cubicBezTo>
                  <a:pt x="1271297" y="299919"/>
                  <a:pt x="1697349" y="299919"/>
                  <a:pt x="1960129" y="37139"/>
                </a:cubicBezTo>
                <a:lnTo>
                  <a:pt x="1990466" y="0"/>
                </a:lnTo>
                <a:lnTo>
                  <a:pt x="2968647" y="0"/>
                </a:lnTo>
                <a:lnTo>
                  <a:pt x="2968170" y="1954"/>
                </a:lnTo>
                <a:cubicBezTo>
                  <a:pt x="2897346" y="241242"/>
                  <a:pt x="2767500" y="466779"/>
                  <a:pt x="2578634" y="655645"/>
                </a:cubicBezTo>
                <a:cubicBezTo>
                  <a:pt x="1974263" y="1260016"/>
                  <a:pt x="994384" y="1260016"/>
                  <a:pt x="390013" y="655645"/>
                </a:cubicBezTo>
                <a:cubicBezTo>
                  <a:pt x="201147" y="466779"/>
                  <a:pt x="71302" y="241242"/>
                  <a:pt x="477" y="1954"/>
                </a:cubicBezTo>
                <a:close/>
              </a:path>
            </a:pathLst>
          </a:custGeom>
          <a:solidFill>
            <a:srgbClr val="F04E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" name="Google Shape;125;p28"/>
          <p:cNvGrpSpPr/>
          <p:nvPr/>
        </p:nvGrpSpPr>
        <p:grpSpPr>
          <a:xfrm>
            <a:off x="7454135" y="369735"/>
            <a:ext cx="860638" cy="600264"/>
            <a:chOff x="10635449" y="859235"/>
            <a:chExt cx="860638" cy="600264"/>
          </a:xfrm>
        </p:grpSpPr>
        <p:sp>
          <p:nvSpPr>
            <p:cNvPr id="126" name="Google Shape;126;p28"/>
            <p:cNvSpPr/>
            <p:nvPr/>
          </p:nvSpPr>
          <p:spPr>
            <a:xfrm rot="1800000">
              <a:off x="10633052" y="984739"/>
              <a:ext cx="399543" cy="97469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28"/>
            <p:cNvSpPr/>
            <p:nvPr/>
          </p:nvSpPr>
          <p:spPr>
            <a:xfrm rot="1800000">
              <a:off x="11098941" y="1268674"/>
              <a:ext cx="399543" cy="97469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28"/>
            <p:cNvSpPr/>
            <p:nvPr/>
          </p:nvSpPr>
          <p:spPr>
            <a:xfrm rot="1800000">
              <a:off x="11027802" y="952592"/>
              <a:ext cx="399543" cy="97469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9" name="Google Shape;12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400" y="1485137"/>
            <a:ext cx="4005026" cy="240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6050" y="1660700"/>
            <a:ext cx="3685745" cy="2248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8"/>
          <p:cNvPicPr preferRelativeResize="0"/>
          <p:nvPr/>
        </p:nvPicPr>
        <p:blipFill rotWithShape="1">
          <a:blip r:embed="rId6">
            <a:alphaModFix/>
          </a:blip>
          <a:srcRect b="12572" l="13756" r="0" t="0"/>
          <a:stretch/>
        </p:blipFill>
        <p:spPr>
          <a:xfrm>
            <a:off x="8583787" y="427537"/>
            <a:ext cx="3457989" cy="233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06050" y="4085900"/>
            <a:ext cx="3685750" cy="2457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8"/>
          <p:cNvPicPr preferRelativeResize="0"/>
          <p:nvPr/>
        </p:nvPicPr>
        <p:blipFill rotWithShape="1">
          <a:blip r:embed="rId8">
            <a:alphaModFix/>
          </a:blip>
          <a:srcRect b="0" l="14080" r="6862" t="0"/>
          <a:stretch/>
        </p:blipFill>
        <p:spPr>
          <a:xfrm>
            <a:off x="8583775" y="2941600"/>
            <a:ext cx="3457999" cy="24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8"/>
          <p:cNvPicPr preferRelativeResize="0"/>
          <p:nvPr/>
        </p:nvPicPr>
        <p:blipFill rotWithShape="1">
          <a:blip r:embed="rId9">
            <a:alphaModFix/>
          </a:blip>
          <a:srcRect b="34641" l="0" r="0" t="36906"/>
          <a:stretch/>
        </p:blipFill>
        <p:spPr>
          <a:xfrm>
            <a:off x="9251499" y="5973850"/>
            <a:ext cx="2567028" cy="73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9"/>
          <p:cNvSpPr txBox="1"/>
          <p:nvPr/>
        </p:nvSpPr>
        <p:spPr>
          <a:xfrm>
            <a:off x="3135000" y="2217475"/>
            <a:ext cx="59220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82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Thank you!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9"/>
          <p:cNvSpPr/>
          <p:nvPr/>
        </p:nvSpPr>
        <p:spPr>
          <a:xfrm>
            <a:off x="-570725" y="-172826"/>
            <a:ext cx="11252514" cy="2390308"/>
          </a:xfrm>
          <a:custGeom>
            <a:rect b="b" l="l" r="r" t="t"/>
            <a:pathLst>
              <a:path extrusionOk="0" h="3104296" w="9357600">
                <a:moveTo>
                  <a:pt x="585853" y="2809464"/>
                </a:moveTo>
                <a:cubicBezTo>
                  <a:pt x="612486" y="3262225"/>
                  <a:pt x="590292" y="3100948"/>
                  <a:pt x="798917" y="2933752"/>
                </a:cubicBezTo>
                <a:cubicBezTo>
                  <a:pt x="1007542" y="2766556"/>
                  <a:pt x="1256117" y="1902463"/>
                  <a:pt x="1837604" y="1806288"/>
                </a:cubicBezTo>
                <a:cubicBezTo>
                  <a:pt x="2419091" y="1710113"/>
                  <a:pt x="3549515" y="2500225"/>
                  <a:pt x="4287841" y="2356703"/>
                </a:cubicBezTo>
                <a:cubicBezTo>
                  <a:pt x="5026167" y="2213181"/>
                  <a:pt x="5649084" y="1205566"/>
                  <a:pt x="6267562" y="945154"/>
                </a:cubicBezTo>
                <a:cubicBezTo>
                  <a:pt x="6886040" y="684742"/>
                  <a:pt x="7556303" y="915561"/>
                  <a:pt x="7998707" y="794233"/>
                </a:cubicBezTo>
                <a:cubicBezTo>
                  <a:pt x="8441111" y="672905"/>
                  <a:pt x="10148583" y="313360"/>
                  <a:pt x="8921985" y="217185"/>
                </a:cubicBezTo>
                <a:cubicBezTo>
                  <a:pt x="7695387" y="121010"/>
                  <a:pt x="2031433" y="-219300"/>
                  <a:pt x="639119" y="217185"/>
                </a:cubicBezTo>
                <a:cubicBezTo>
                  <a:pt x="-753195" y="653670"/>
                  <a:pt x="559220" y="2356703"/>
                  <a:pt x="585853" y="2809464"/>
                </a:cubicBezTo>
                <a:close/>
              </a:path>
            </a:pathLst>
          </a:custGeom>
          <a:solidFill>
            <a:srgbClr val="00A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9"/>
          <p:cNvSpPr/>
          <p:nvPr/>
        </p:nvSpPr>
        <p:spPr>
          <a:xfrm flipH="1">
            <a:off x="742038" y="4933424"/>
            <a:ext cx="11591487" cy="2251140"/>
          </a:xfrm>
          <a:custGeom>
            <a:rect b="b" l="l" r="r" t="t"/>
            <a:pathLst>
              <a:path extrusionOk="0" h="2480595" w="9802526">
                <a:moveTo>
                  <a:pt x="708089" y="421724"/>
                </a:moveTo>
                <a:cubicBezTo>
                  <a:pt x="1086870" y="47382"/>
                  <a:pt x="2343060" y="-88741"/>
                  <a:pt x="3016283" y="57740"/>
                </a:cubicBezTo>
                <a:cubicBezTo>
                  <a:pt x="3689506" y="204221"/>
                  <a:pt x="4197013" y="1133417"/>
                  <a:pt x="4747428" y="1300613"/>
                </a:cubicBezTo>
                <a:cubicBezTo>
                  <a:pt x="5297843" y="1467809"/>
                  <a:pt x="5917801" y="1003211"/>
                  <a:pt x="6318776" y="1060916"/>
                </a:cubicBezTo>
                <a:cubicBezTo>
                  <a:pt x="6719751" y="1118621"/>
                  <a:pt x="6807048" y="1552148"/>
                  <a:pt x="7153277" y="1646843"/>
                </a:cubicBezTo>
                <a:cubicBezTo>
                  <a:pt x="7499506" y="1741538"/>
                  <a:pt x="8027728" y="1516637"/>
                  <a:pt x="8396151" y="1629087"/>
                </a:cubicBezTo>
                <a:cubicBezTo>
                  <a:pt x="8764574" y="1741538"/>
                  <a:pt x="10639242" y="2209096"/>
                  <a:pt x="9363817" y="2321546"/>
                </a:cubicBezTo>
                <a:cubicBezTo>
                  <a:pt x="8088392" y="2433996"/>
                  <a:pt x="2181782" y="2623386"/>
                  <a:pt x="743599" y="2303790"/>
                </a:cubicBezTo>
                <a:cubicBezTo>
                  <a:pt x="-694584" y="1984194"/>
                  <a:pt x="329308" y="796066"/>
                  <a:pt x="708089" y="421724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9"/>
          <p:cNvSpPr txBox="1"/>
          <p:nvPr/>
        </p:nvSpPr>
        <p:spPr>
          <a:xfrm>
            <a:off x="1127476" y="3709475"/>
            <a:ext cx="49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29"/>
          <p:cNvPicPr preferRelativeResize="0"/>
          <p:nvPr/>
        </p:nvPicPr>
        <p:blipFill rotWithShape="1">
          <a:blip r:embed="rId3">
            <a:alphaModFix/>
          </a:blip>
          <a:srcRect b="34641" l="0" r="0" t="36906"/>
          <a:stretch/>
        </p:blipFill>
        <p:spPr>
          <a:xfrm>
            <a:off x="9373974" y="716475"/>
            <a:ext cx="2567028" cy="73037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9"/>
          <p:cNvSpPr txBox="1"/>
          <p:nvPr/>
        </p:nvSpPr>
        <p:spPr>
          <a:xfrm>
            <a:off x="3019275" y="4157275"/>
            <a:ext cx="45750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57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aiclub.world</a:t>
            </a:r>
            <a:endParaRPr b="0" i="0" sz="1000" u="none" cap="none" strike="noStrike">
              <a:solidFill>
                <a:srgbClr val="F04E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4775" y="3619475"/>
            <a:ext cx="2018774" cy="201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