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Slab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hk2XZLqP2M4e4YPM0vAzXmAAp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985c312e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c985c312e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985c312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c985c312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985c312e4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c985c312e4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985c312e4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c985c312e4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985c312e4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c985c312e4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985c312e4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c985c312e4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985c312e4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c985c312e4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985c312e4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c985c312e4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985c312e4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c985c312e4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388e28e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5388e28e2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0"/>
          <p:cNvPicPr preferRelativeResize="0"/>
          <p:nvPr/>
        </p:nvPicPr>
        <p:blipFill rotWithShape="1">
          <a:blip r:embed="rId2">
            <a:alphaModFix/>
          </a:blip>
          <a:srcRect b="2190" l="26243" r="37229" t="0"/>
          <a:stretch/>
        </p:blipFill>
        <p:spPr>
          <a:xfrm rot="5400000">
            <a:off x="2018337" y="-2015951"/>
            <a:ext cx="5138725" cy="917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224" y="4583675"/>
            <a:ext cx="1878774" cy="50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 rot="-453">
            <a:off x="0" y="-13226"/>
            <a:ext cx="9106200" cy="1226400"/>
          </a:xfrm>
          <a:prstGeom prst="rect">
            <a:avLst/>
          </a:prstGeom>
          <a:solidFill>
            <a:srgbClr val="B0D7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Master Slide">
  <p:cSld name="09 Master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388e28e24_0_105"/>
          <p:cNvSpPr/>
          <p:nvPr>
            <p:ph idx="2" type="pic"/>
          </p:nvPr>
        </p:nvSpPr>
        <p:spPr>
          <a:xfrm>
            <a:off x="540000" y="540000"/>
            <a:ext cx="20319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" name="Google Shape;21;g35388e28e24_0_105"/>
          <p:cNvSpPr/>
          <p:nvPr>
            <p:ph idx="3" type="pic"/>
          </p:nvPr>
        </p:nvSpPr>
        <p:spPr>
          <a:xfrm>
            <a:off x="2571750" y="2571750"/>
            <a:ext cx="20319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8"/>
          <p:cNvSpPr txBox="1"/>
          <p:nvPr/>
        </p:nvSpPr>
        <p:spPr>
          <a:xfrm>
            <a:off x="2791135" y="1559832"/>
            <a:ext cx="5704500" cy="1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" sz="5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b="1" i="0" sz="50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49" name="Google Shape;49;p18"/>
          <p:cNvGrpSpPr/>
          <p:nvPr/>
        </p:nvGrpSpPr>
        <p:grpSpPr>
          <a:xfrm>
            <a:off x="3449141" y="3229477"/>
            <a:ext cx="4844061" cy="1232368"/>
            <a:chOff x="2857046" y="4930225"/>
            <a:chExt cx="7616449" cy="1876036"/>
          </a:xfrm>
        </p:grpSpPr>
        <p:sp>
          <p:nvSpPr>
            <p:cNvPr id="50" name="Google Shape;50;p18"/>
            <p:cNvSpPr txBox="1"/>
            <p:nvPr/>
          </p:nvSpPr>
          <p:spPr>
            <a:xfrm>
              <a:off x="4070895" y="5236661"/>
              <a:ext cx="64026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https://www.corp.aiclub.world</a:t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" name="Google Shape;5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7046" y="4930225"/>
              <a:ext cx="1372923" cy="13729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18"/>
          <p:cNvGrpSpPr/>
          <p:nvPr/>
        </p:nvGrpSpPr>
        <p:grpSpPr>
          <a:xfrm>
            <a:off x="3613347" y="2817861"/>
            <a:ext cx="4072097" cy="1091956"/>
            <a:chOff x="3390192" y="8871771"/>
            <a:chExt cx="6402668" cy="1662285"/>
          </a:xfrm>
        </p:grpSpPr>
        <p:pic>
          <p:nvPicPr>
            <p:cNvPr id="53" name="Google Shape;5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90192" y="8871771"/>
              <a:ext cx="950500" cy="95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18"/>
            <p:cNvSpPr txBox="1"/>
            <p:nvPr/>
          </p:nvSpPr>
          <p:spPr>
            <a:xfrm>
              <a:off x="4529660" y="8964456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info@pyxeda.ai</a:t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001449" y="4483200"/>
            <a:ext cx="1878774" cy="5045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 b="8655" l="0" r="0" t="11040"/>
          <a:stretch/>
        </p:blipFill>
        <p:spPr>
          <a:xfrm>
            <a:off x="0" y="38400"/>
            <a:ext cx="9141750" cy="510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"/>
          <p:cNvGrpSpPr/>
          <p:nvPr/>
        </p:nvGrpSpPr>
        <p:grpSpPr>
          <a:xfrm>
            <a:off x="4192668" y="1476731"/>
            <a:ext cx="4812913" cy="1933157"/>
            <a:chOff x="2498583" y="1861457"/>
            <a:chExt cx="7197417" cy="3585232"/>
          </a:xfrm>
        </p:grpSpPr>
        <p:sp>
          <p:nvSpPr>
            <p:cNvPr id="67" name="Google Shape;67;p1"/>
            <p:cNvSpPr/>
            <p:nvPr/>
          </p:nvSpPr>
          <p:spPr>
            <a:xfrm>
              <a:off x="4296000" y="2311689"/>
              <a:ext cx="1800000" cy="3135000"/>
            </a:xfrm>
            <a:prstGeom prst="rect">
              <a:avLst/>
            </a:prstGeom>
            <a:solidFill>
              <a:srgbClr val="67ADA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093417" y="1861457"/>
              <a:ext cx="1800000" cy="3135000"/>
            </a:xfrm>
            <a:prstGeom prst="rect">
              <a:avLst/>
            </a:prstGeom>
            <a:solidFill>
              <a:srgbClr val="3D9F9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2498583" y="1861457"/>
              <a:ext cx="1800000" cy="3135000"/>
            </a:xfrm>
            <a:prstGeom prst="rect">
              <a:avLst/>
            </a:prstGeom>
            <a:solidFill>
              <a:srgbClr val="3D9F9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7896000" y="2305957"/>
              <a:ext cx="1800000" cy="3135000"/>
            </a:xfrm>
            <a:prstGeom prst="rect">
              <a:avLst/>
            </a:prstGeom>
            <a:solidFill>
              <a:srgbClr val="67ADA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1"/>
          <p:cNvSpPr txBox="1"/>
          <p:nvPr/>
        </p:nvSpPr>
        <p:spPr>
          <a:xfrm>
            <a:off x="4439125" y="1812852"/>
            <a:ext cx="48654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" sz="88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AIClub </a:t>
            </a:r>
            <a:endParaRPr b="1" i="0" sz="88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0228" y="4509115"/>
            <a:ext cx="1801559" cy="48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914400" y="3112500"/>
            <a:ext cx="7315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</a:pPr>
            <a:r>
              <a:rPr b="1" i="0" lang="en" sz="39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Introduction to AI - Setting environment</a:t>
            </a:r>
            <a:endParaRPr b="1" i="0" sz="39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Interaction with AI 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376225" y="1349925"/>
            <a:ext cx="39633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Q: Do you think you have ever interacted with AI? If yes, how often?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4" name="Google Shape;8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225" y="1437350"/>
            <a:ext cx="4021762" cy="2681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985c312e4_0_8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Interaction with AI  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c985c312e4_0_8"/>
          <p:cNvSpPr txBox="1"/>
          <p:nvPr>
            <p:ph idx="1" type="body"/>
          </p:nvPr>
        </p:nvSpPr>
        <p:spPr>
          <a:xfrm>
            <a:off x="376225" y="1349925"/>
            <a:ext cx="5487900" cy="3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Q: Do you think you have ever interacted with AI? If yes, how often?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Ans</a:t>
            </a:r>
            <a:r>
              <a:rPr lang="en">
                <a:solidFill>
                  <a:schemeClr val="dk1"/>
                </a:solidFill>
              </a:rPr>
              <a:t>: Yes, we interact with AI almost every day. For example: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YouTube recommendations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Google Maps directions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Face unlock on phones all use AI to help us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g3c985c312e4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753" y="1437350"/>
            <a:ext cx="2896226" cy="19308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85c312e4_0_15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Daily AI Tools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c985c312e4_0_15"/>
          <p:cNvSpPr txBox="1"/>
          <p:nvPr>
            <p:ph idx="1" type="body"/>
          </p:nvPr>
        </p:nvSpPr>
        <p:spPr>
          <a:xfrm>
            <a:off x="376225" y="1349925"/>
            <a:ext cx="36234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Q: Can anyone list 3 smart tools or apps you use daily?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8" name="Google Shape;98;g3c985c312e4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775" y="1323113"/>
            <a:ext cx="4439602" cy="24972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985c312e4_2_6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Daily AI Tools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c985c312e4_2_6"/>
          <p:cNvSpPr txBox="1"/>
          <p:nvPr>
            <p:ph idx="1" type="body"/>
          </p:nvPr>
        </p:nvSpPr>
        <p:spPr>
          <a:xfrm>
            <a:off x="376225" y="1349925"/>
            <a:ext cx="3623400" cy="3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Q: Can anyone list 3 smart tools or apps you use daily?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Ans: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YouTube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Alexa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Google Maps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Face Unlock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5" name="Google Shape;105;g3c985c312e4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775" y="1323113"/>
            <a:ext cx="4439602" cy="24972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985c312e4_2_12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How Recommendations Work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c985c312e4_2_12"/>
          <p:cNvSpPr txBox="1"/>
          <p:nvPr>
            <p:ph idx="1" type="body"/>
          </p:nvPr>
        </p:nvSpPr>
        <p:spPr>
          <a:xfrm>
            <a:off x="376225" y="1349925"/>
            <a:ext cx="6140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Q: How does YouTube or Instagram know what videos you like?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2" name="Google Shape;112;g3c985c312e4_2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250" y="2074950"/>
            <a:ext cx="2535826" cy="180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985c312e4_2_18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How Recommendations Work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c985c312e4_2_18"/>
          <p:cNvSpPr txBox="1"/>
          <p:nvPr>
            <p:ph idx="1" type="body"/>
          </p:nvPr>
        </p:nvSpPr>
        <p:spPr>
          <a:xfrm>
            <a:off x="376225" y="1349925"/>
            <a:ext cx="6140100" cy="3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Q: How does YouTube or Instagram know what videos you like?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Ans: 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Tracks what you click, like, and watch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Measures how long you watch certain videos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Learns your interests and preferences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Uses algorithms to analyze your behavior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Recommends similar videos you may enjoy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9" name="Google Shape;119;g3c985c312e4_2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250" y="2074950"/>
            <a:ext cx="2535826" cy="180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985c312e4_2_25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Smart Assistants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c985c312e4_2_25"/>
          <p:cNvSpPr txBox="1"/>
          <p:nvPr>
            <p:ph idx="1" type="body"/>
          </p:nvPr>
        </p:nvSpPr>
        <p:spPr>
          <a:xfrm>
            <a:off x="376225" y="1349925"/>
            <a:ext cx="61401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Q. Have you ever talked to a phone or smart speaker like Alexa or Google Assistant? What happened?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6" name="Google Shape;126;g3c985c312e4_2_25"/>
          <p:cNvPicPr preferRelativeResize="0"/>
          <p:nvPr/>
        </p:nvPicPr>
        <p:blipFill rotWithShape="1">
          <a:blip r:embed="rId3">
            <a:alphaModFix/>
          </a:blip>
          <a:srcRect b="14742" l="0" r="0" t="24416"/>
          <a:stretch/>
        </p:blipFill>
        <p:spPr>
          <a:xfrm>
            <a:off x="6066150" y="1879475"/>
            <a:ext cx="2909100" cy="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985c312e4_2_31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Smart Assistants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c985c312e4_2_31"/>
          <p:cNvPicPr preferRelativeResize="0"/>
          <p:nvPr/>
        </p:nvPicPr>
        <p:blipFill rotWithShape="1">
          <a:blip r:embed="rId3">
            <a:alphaModFix/>
          </a:blip>
          <a:srcRect b="14742" l="0" r="0" t="24416"/>
          <a:stretch/>
        </p:blipFill>
        <p:spPr>
          <a:xfrm>
            <a:off x="6066150" y="1879475"/>
            <a:ext cx="2909100" cy="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c985c312e4_2_31"/>
          <p:cNvSpPr txBox="1"/>
          <p:nvPr>
            <p:ph idx="1" type="body"/>
          </p:nvPr>
        </p:nvSpPr>
        <p:spPr>
          <a:xfrm>
            <a:off x="376225" y="1349925"/>
            <a:ext cx="6140100" cy="3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Q. Have you ever talked to a phone or smart speaker like Alexa or Google Assistant? What happened?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Ans</a:t>
            </a:r>
            <a:r>
              <a:rPr lang="en">
                <a:solidFill>
                  <a:schemeClr val="dk1"/>
                </a:solidFill>
              </a:rPr>
              <a:t>: When you speak, the device listens, understands your words, and responds. That is AI helping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Examples: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Control home appliances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Ask help in homework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985c312e4_2_39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Can Robots Think?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c985c312e4_2_39"/>
          <p:cNvSpPr txBox="1"/>
          <p:nvPr>
            <p:ph idx="1" type="body"/>
          </p:nvPr>
        </p:nvSpPr>
        <p:spPr>
          <a:xfrm>
            <a:off x="376225" y="1349925"/>
            <a:ext cx="614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Q: Can a robot think like a human? Why or why not?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" name="Google Shape;140;g3c985c312e4_2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5600" y="2397248"/>
            <a:ext cx="2143800" cy="21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985c312e4_2_45"/>
          <p:cNvSpPr txBox="1"/>
          <p:nvPr>
            <p:ph type="title"/>
          </p:nvPr>
        </p:nvSpPr>
        <p:spPr>
          <a:xfrm>
            <a:off x="311700" y="273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Can Robots Think?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c985c312e4_2_45"/>
          <p:cNvSpPr txBox="1"/>
          <p:nvPr>
            <p:ph idx="1" type="body"/>
          </p:nvPr>
        </p:nvSpPr>
        <p:spPr>
          <a:xfrm>
            <a:off x="376225" y="1349925"/>
            <a:ext cx="6140100" cy="15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Q: Ca</a:t>
            </a:r>
            <a:r>
              <a:rPr lang="en">
                <a:solidFill>
                  <a:schemeClr val="dk1"/>
                </a:solidFill>
              </a:rPr>
              <a:t>n a robot think like a human? Why or why not?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Ans: Robots do not think or feel like humans. They follow instructions and data given by humans.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" name="Google Shape;147;g3c985c312e4_2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9413" y="2347582"/>
            <a:ext cx="2143800" cy="21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5388e28e24_0_0"/>
          <p:cNvPicPr preferRelativeResize="0"/>
          <p:nvPr/>
        </p:nvPicPr>
        <p:blipFill rotWithShape="1">
          <a:blip r:embed="rId3">
            <a:alphaModFix/>
          </a:blip>
          <a:srcRect b="2489" l="5086" r="0" t="21287"/>
          <a:stretch/>
        </p:blipFill>
        <p:spPr>
          <a:xfrm>
            <a:off x="0" y="-42337"/>
            <a:ext cx="9143994" cy="520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5388e28e24_0_0"/>
          <p:cNvPicPr preferRelativeResize="0"/>
          <p:nvPr/>
        </p:nvPicPr>
        <p:blipFill rotWithShape="1">
          <a:blip r:embed="rId4">
            <a:alphaModFix/>
          </a:blip>
          <a:srcRect b="34636" l="0" r="0" t="36906"/>
          <a:stretch/>
        </p:blipFill>
        <p:spPr>
          <a:xfrm>
            <a:off x="7301537" y="4403035"/>
            <a:ext cx="1462774" cy="43895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5388e28e24_0_0"/>
          <p:cNvSpPr txBox="1"/>
          <p:nvPr/>
        </p:nvSpPr>
        <p:spPr>
          <a:xfrm>
            <a:off x="2747335" y="1273527"/>
            <a:ext cx="65025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" sz="58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b="1" i="0" sz="58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55" name="Google Shape;155;g35388e28e24_0_0"/>
          <p:cNvGrpSpPr/>
          <p:nvPr/>
        </p:nvGrpSpPr>
        <p:grpSpPr>
          <a:xfrm>
            <a:off x="4077942" y="3137452"/>
            <a:ext cx="4667160" cy="1375707"/>
            <a:chOff x="3658225" y="4930225"/>
            <a:chExt cx="6438350" cy="1876050"/>
          </a:xfrm>
        </p:grpSpPr>
        <p:sp>
          <p:nvSpPr>
            <p:cNvPr id="156" name="Google Shape;156;g35388e28e24_0_0"/>
            <p:cNvSpPr txBox="1"/>
            <p:nvPr/>
          </p:nvSpPr>
          <p:spPr>
            <a:xfrm>
              <a:off x="4833375" y="5236675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" sz="3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https://aiclub.world</a:t>
              </a:r>
              <a:endParaRPr b="0" i="0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7" name="Google Shape;157;g35388e28e24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58225" y="4930225"/>
              <a:ext cx="1372923" cy="13729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g35388e28e24_0_0"/>
          <p:cNvGrpSpPr/>
          <p:nvPr/>
        </p:nvGrpSpPr>
        <p:grpSpPr>
          <a:xfrm>
            <a:off x="4231049" y="2591739"/>
            <a:ext cx="4514052" cy="1237563"/>
            <a:chOff x="3869437" y="5855787"/>
            <a:chExt cx="6227138" cy="1687663"/>
          </a:xfrm>
        </p:grpSpPr>
        <p:pic>
          <p:nvPicPr>
            <p:cNvPr id="159" name="Google Shape;159;g35388e28e24_0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869437" y="5855787"/>
              <a:ext cx="950500" cy="95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g35388e28e24_0_0"/>
            <p:cNvSpPr txBox="1"/>
            <p:nvPr/>
          </p:nvSpPr>
          <p:spPr>
            <a:xfrm>
              <a:off x="4833375" y="5973850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" sz="3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info@pyxeda.ai</a:t>
              </a:r>
              <a:endParaRPr b="0" i="0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